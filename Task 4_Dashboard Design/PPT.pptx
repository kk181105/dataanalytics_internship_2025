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71" r:id="rId2"/>
    <p:sldId id="272" r:id="rId3"/>
    <p:sldId id="273" r:id="rId4"/>
    <p:sldId id="274" r:id="rId5"/>
    <p:sldId id="275" r:id="rId6"/>
    <p:sldId id="276" r:id="rId7"/>
    <p:sldId id="27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C89A0E-A380-42D7-961D-353BCA17F8FC}">
          <p14:sldIdLst>
            <p14:sldId id="271"/>
            <p14:sldId id="272"/>
            <p14:sldId id="273"/>
            <p14:sldId id="274"/>
            <p14:sldId id="275"/>
            <p14:sldId id="276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3C4B5E"/>
    <a:srgbClr val="532476"/>
    <a:srgbClr val="5E5E5E"/>
    <a:srgbClr val="45546B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020" autoAdjust="0"/>
  </p:normalViewPr>
  <p:slideViewPr>
    <p:cSldViewPr snapToGrid="0">
      <p:cViewPr>
        <p:scale>
          <a:sx n="27" d="100"/>
          <a:sy n="27" d="100"/>
        </p:scale>
        <p:origin x="1524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32EA98-4882-44BC-9066-60D3061CF3A9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D7C0BD-D0A9-499F-871A-04F9303067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424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D7C0BD-D0A9-499F-871A-04F93030670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567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D7C0BD-D0A9-499F-871A-04F93030670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997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8DC-1FDE-4B5C-BC21-E85138CFD8E6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CB-3897-4F08-820A-C85B2951B1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8DC-1FDE-4B5C-BC21-E85138CFD8E6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CB-3897-4F08-820A-C85B2951B1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8DC-1FDE-4B5C-BC21-E85138CFD8E6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CB-3897-4F08-820A-C85B2951B1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8DC-1FDE-4B5C-BC21-E85138CFD8E6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CB-3897-4F08-820A-C85B2951B1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8DC-1FDE-4B5C-BC21-E85138CFD8E6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CB-3897-4F08-820A-C85B2951B1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8DC-1FDE-4B5C-BC21-E85138CFD8E6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CB-3897-4F08-820A-C85B2951B1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8DC-1FDE-4B5C-BC21-E85138CFD8E6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CB-3897-4F08-820A-C85B2951B1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8DC-1FDE-4B5C-BC21-E85138CFD8E6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CB-3897-4F08-820A-C85B2951B1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8DC-1FDE-4B5C-BC21-E85138CFD8E6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CB-3897-4F08-820A-C85B2951B1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8DC-1FDE-4B5C-BC21-E85138CFD8E6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CB-3897-4F08-820A-C85B2951B1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8DC-1FDE-4B5C-BC21-E85138CFD8E6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CB-3897-4F08-820A-C85B2951B1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B08DC-1FDE-4B5C-BC21-E85138CFD8E6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CB-3897-4F08-820A-C85B2951B1E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DB08DC-1FDE-4B5C-BC21-E85138CFD8E6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45ACB-3897-4F08-820A-C85B2951B1E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krithikak182@gmail.com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8B8CB2-B94F-4189-BA72-D10D90A888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5" y="16725"/>
            <a:ext cx="12192001" cy="6858000"/>
          </a:xfrm>
          <a:prstGeom prst="rect">
            <a:avLst/>
          </a:prstGeom>
        </p:spPr>
      </p:pic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422E67C1-2A6F-4FFE-BE22-E6C2DC18D47D}"/>
              </a:ext>
            </a:extLst>
          </p:cNvPr>
          <p:cNvSpPr/>
          <p:nvPr/>
        </p:nvSpPr>
        <p:spPr>
          <a:xfrm>
            <a:off x="4999670" y="2074125"/>
            <a:ext cx="2192660" cy="2152187"/>
          </a:xfrm>
          <a:custGeom>
            <a:avLst/>
            <a:gdLst>
              <a:gd name="connsiteX0" fmla="*/ 0 w 6164352"/>
              <a:gd name="connsiteY0" fmla="*/ 3150220 h 6122020"/>
              <a:gd name="connsiteX1" fmla="*/ 1532804 w 6164352"/>
              <a:gd name="connsiteY1" fmla="*/ 3150220 h 6122020"/>
              <a:gd name="connsiteX2" fmla="*/ 1536250 w 6164352"/>
              <a:gd name="connsiteY2" fmla="*/ 3217495 h 6122020"/>
              <a:gd name="connsiteX3" fmla="*/ 2932071 w 6164352"/>
              <a:gd name="connsiteY3" fmla="*/ 4584563 h 6122020"/>
              <a:gd name="connsiteX4" fmla="*/ 2969527 w 6164352"/>
              <a:gd name="connsiteY4" fmla="*/ 4586311 h 6122020"/>
              <a:gd name="connsiteX5" fmla="*/ 2969527 w 6164352"/>
              <a:gd name="connsiteY5" fmla="*/ 6099716 h 6122020"/>
              <a:gd name="connsiteX6" fmla="*/ 3192551 w 6164352"/>
              <a:gd name="connsiteY6" fmla="*/ 6099716 h 6122020"/>
              <a:gd name="connsiteX7" fmla="*/ 3192551 w 6164352"/>
              <a:gd name="connsiteY7" fmla="*/ 4586311 h 6122020"/>
              <a:gd name="connsiteX8" fmla="*/ 3230009 w 6164352"/>
              <a:gd name="connsiteY8" fmla="*/ 4584563 h 6122020"/>
              <a:gd name="connsiteX9" fmla="*/ 4625830 w 6164352"/>
              <a:gd name="connsiteY9" fmla="*/ 3217495 h 6122020"/>
              <a:gd name="connsiteX10" fmla="*/ 4629277 w 6164352"/>
              <a:gd name="connsiteY10" fmla="*/ 3150220 h 6122020"/>
              <a:gd name="connsiteX11" fmla="*/ 6162080 w 6164352"/>
              <a:gd name="connsiteY11" fmla="*/ 3150220 h 6122020"/>
              <a:gd name="connsiteX12" fmla="*/ 6160340 w 6164352"/>
              <a:gd name="connsiteY12" fmla="*/ 3218529 h 6122020"/>
              <a:gd name="connsiteX13" fmla="*/ 3081040 w 6164352"/>
              <a:gd name="connsiteY13" fmla="*/ 6122020 h 6122020"/>
              <a:gd name="connsiteX14" fmla="*/ 1740 w 6164352"/>
              <a:gd name="connsiteY14" fmla="*/ 3218529 h 6122020"/>
              <a:gd name="connsiteX15" fmla="*/ 6164351 w 6164352"/>
              <a:gd name="connsiteY15" fmla="*/ 3060974 h 6122020"/>
              <a:gd name="connsiteX16" fmla="*/ 6164352 w 6164352"/>
              <a:gd name="connsiteY16" fmla="*/ 3061010 h 6122020"/>
              <a:gd name="connsiteX17" fmla="*/ 6164351 w 6164352"/>
              <a:gd name="connsiteY17" fmla="*/ 3061046 h 6122020"/>
              <a:gd name="connsiteX18" fmla="*/ 3081040 w 6164352"/>
              <a:gd name="connsiteY18" fmla="*/ 0 h 6122020"/>
              <a:gd name="connsiteX19" fmla="*/ 6148433 w 6164352"/>
              <a:gd name="connsiteY19" fmla="*/ 2748040 h 6122020"/>
              <a:gd name="connsiteX20" fmla="*/ 6160020 w 6164352"/>
              <a:gd name="connsiteY20" fmla="*/ 2899320 h 6122020"/>
              <a:gd name="connsiteX21" fmla="*/ 4625024 w 6164352"/>
              <a:gd name="connsiteY21" fmla="*/ 2899320 h 6122020"/>
              <a:gd name="connsiteX22" fmla="*/ 4602300 w 6164352"/>
              <a:gd name="connsiteY22" fmla="*/ 2752560 h 6122020"/>
              <a:gd name="connsiteX23" fmla="*/ 3220195 w 6164352"/>
              <a:gd name="connsiteY23" fmla="*/ 1536567 h 6122020"/>
              <a:gd name="connsiteX24" fmla="*/ 3192551 w 6164352"/>
              <a:gd name="connsiteY24" fmla="*/ 1535363 h 6122020"/>
              <a:gd name="connsiteX25" fmla="*/ 3192551 w 6164352"/>
              <a:gd name="connsiteY25" fmla="*/ 22301 h 6122020"/>
              <a:gd name="connsiteX26" fmla="*/ 2969527 w 6164352"/>
              <a:gd name="connsiteY26" fmla="*/ 22301 h 6122020"/>
              <a:gd name="connsiteX27" fmla="*/ 2969527 w 6164352"/>
              <a:gd name="connsiteY27" fmla="*/ 1535363 h 6122020"/>
              <a:gd name="connsiteX28" fmla="*/ 2941886 w 6164352"/>
              <a:gd name="connsiteY28" fmla="*/ 1536567 h 6122020"/>
              <a:gd name="connsiteX29" fmla="*/ 1559781 w 6164352"/>
              <a:gd name="connsiteY29" fmla="*/ 2752560 h 6122020"/>
              <a:gd name="connsiteX30" fmla="*/ 1537056 w 6164352"/>
              <a:gd name="connsiteY30" fmla="*/ 2899320 h 6122020"/>
              <a:gd name="connsiteX31" fmla="*/ 2060 w 6164352"/>
              <a:gd name="connsiteY31" fmla="*/ 2899320 h 6122020"/>
              <a:gd name="connsiteX32" fmla="*/ 13647 w 6164352"/>
              <a:gd name="connsiteY32" fmla="*/ 2748040 h 6122020"/>
              <a:gd name="connsiteX33" fmla="*/ 3081040 w 6164352"/>
              <a:gd name="connsiteY33" fmla="*/ 0 h 612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164352" h="6122020">
                <a:moveTo>
                  <a:pt x="0" y="3150220"/>
                </a:moveTo>
                <a:lnTo>
                  <a:pt x="1532804" y="3150220"/>
                </a:lnTo>
                <a:lnTo>
                  <a:pt x="1536250" y="3217495"/>
                </a:lnTo>
                <a:cubicBezTo>
                  <a:pt x="1610800" y="3941027"/>
                  <a:pt x="2196661" y="4515571"/>
                  <a:pt x="2932071" y="4584563"/>
                </a:cubicBezTo>
                <a:lnTo>
                  <a:pt x="2969527" y="4586311"/>
                </a:lnTo>
                <a:lnTo>
                  <a:pt x="2969527" y="6099716"/>
                </a:lnTo>
                <a:lnTo>
                  <a:pt x="3192551" y="6099716"/>
                </a:lnTo>
                <a:lnTo>
                  <a:pt x="3192551" y="4586311"/>
                </a:lnTo>
                <a:lnTo>
                  <a:pt x="3230009" y="4584563"/>
                </a:lnTo>
                <a:cubicBezTo>
                  <a:pt x="3965420" y="4515571"/>
                  <a:pt x="4551281" y="3941027"/>
                  <a:pt x="4625830" y="3217495"/>
                </a:cubicBezTo>
                <a:lnTo>
                  <a:pt x="4629277" y="3150220"/>
                </a:lnTo>
                <a:lnTo>
                  <a:pt x="6162080" y="3150220"/>
                </a:lnTo>
                <a:lnTo>
                  <a:pt x="6160340" y="3218529"/>
                </a:lnTo>
                <a:cubicBezTo>
                  <a:pt x="6077759" y="4835875"/>
                  <a:pt x="4730692" y="6122020"/>
                  <a:pt x="3081040" y="6122020"/>
                </a:cubicBezTo>
                <a:cubicBezTo>
                  <a:pt x="1431389" y="6122020"/>
                  <a:pt x="84321" y="4835875"/>
                  <a:pt x="1740" y="3218529"/>
                </a:cubicBezTo>
                <a:close/>
                <a:moveTo>
                  <a:pt x="6164351" y="3060974"/>
                </a:moveTo>
                <a:lnTo>
                  <a:pt x="6164352" y="3061010"/>
                </a:lnTo>
                <a:lnTo>
                  <a:pt x="6164351" y="3061046"/>
                </a:lnTo>
                <a:close/>
                <a:moveTo>
                  <a:pt x="3081040" y="0"/>
                </a:moveTo>
                <a:cubicBezTo>
                  <a:pt x="4677477" y="0"/>
                  <a:pt x="5990537" y="1204507"/>
                  <a:pt x="6148433" y="2748040"/>
                </a:cubicBezTo>
                <a:lnTo>
                  <a:pt x="6160020" y="2899320"/>
                </a:lnTo>
                <a:lnTo>
                  <a:pt x="4625024" y="2899320"/>
                </a:lnTo>
                <a:lnTo>
                  <a:pt x="4602300" y="2752560"/>
                </a:lnTo>
                <a:cubicBezTo>
                  <a:pt x="4466556" y="2098724"/>
                  <a:pt x="3907812" y="1596759"/>
                  <a:pt x="3220195" y="1536567"/>
                </a:cubicBezTo>
                <a:lnTo>
                  <a:pt x="3192551" y="1535363"/>
                </a:lnTo>
                <a:lnTo>
                  <a:pt x="3192551" y="22301"/>
                </a:lnTo>
                <a:lnTo>
                  <a:pt x="2969527" y="22301"/>
                </a:lnTo>
                <a:lnTo>
                  <a:pt x="2969527" y="1535363"/>
                </a:lnTo>
                <a:lnTo>
                  <a:pt x="2941886" y="1536567"/>
                </a:lnTo>
                <a:cubicBezTo>
                  <a:pt x="2254268" y="1596759"/>
                  <a:pt x="1695525" y="2098724"/>
                  <a:pt x="1559781" y="2752560"/>
                </a:cubicBezTo>
                <a:lnTo>
                  <a:pt x="1537056" y="2899320"/>
                </a:lnTo>
                <a:lnTo>
                  <a:pt x="2060" y="2899320"/>
                </a:lnTo>
                <a:lnTo>
                  <a:pt x="13647" y="2748040"/>
                </a:lnTo>
                <a:cubicBezTo>
                  <a:pt x="171543" y="1204507"/>
                  <a:pt x="1484603" y="0"/>
                  <a:pt x="3081040" y="0"/>
                </a:cubicBezTo>
                <a:close/>
              </a:path>
            </a:pathLst>
          </a:custGeom>
          <a:ln>
            <a:noFill/>
          </a:ln>
          <a:effectLst>
            <a:outerShdw blurRad="596900" dist="38100" dir="5400000" algn="t" rotWithShape="0">
              <a:prstClr val="black">
                <a:alpha val="7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4A537BC1-F2D7-4F38-85E5-4D7ABFBCD4F3}"/>
              </a:ext>
            </a:extLst>
          </p:cNvPr>
          <p:cNvSpPr/>
          <p:nvPr/>
        </p:nvSpPr>
        <p:spPr>
          <a:xfrm>
            <a:off x="5276488" y="2384500"/>
            <a:ext cx="1639023" cy="1531436"/>
          </a:xfrm>
          <a:custGeom>
            <a:avLst/>
            <a:gdLst>
              <a:gd name="connsiteX0" fmla="*/ 0 w 6164352"/>
              <a:gd name="connsiteY0" fmla="*/ 3150220 h 6122020"/>
              <a:gd name="connsiteX1" fmla="*/ 1532804 w 6164352"/>
              <a:gd name="connsiteY1" fmla="*/ 3150220 h 6122020"/>
              <a:gd name="connsiteX2" fmla="*/ 1536250 w 6164352"/>
              <a:gd name="connsiteY2" fmla="*/ 3217495 h 6122020"/>
              <a:gd name="connsiteX3" fmla="*/ 2932071 w 6164352"/>
              <a:gd name="connsiteY3" fmla="*/ 4584563 h 6122020"/>
              <a:gd name="connsiteX4" fmla="*/ 2969527 w 6164352"/>
              <a:gd name="connsiteY4" fmla="*/ 4586311 h 6122020"/>
              <a:gd name="connsiteX5" fmla="*/ 2969527 w 6164352"/>
              <a:gd name="connsiteY5" fmla="*/ 6099716 h 6122020"/>
              <a:gd name="connsiteX6" fmla="*/ 3192551 w 6164352"/>
              <a:gd name="connsiteY6" fmla="*/ 6099716 h 6122020"/>
              <a:gd name="connsiteX7" fmla="*/ 3192551 w 6164352"/>
              <a:gd name="connsiteY7" fmla="*/ 4586311 h 6122020"/>
              <a:gd name="connsiteX8" fmla="*/ 3230009 w 6164352"/>
              <a:gd name="connsiteY8" fmla="*/ 4584563 h 6122020"/>
              <a:gd name="connsiteX9" fmla="*/ 4625830 w 6164352"/>
              <a:gd name="connsiteY9" fmla="*/ 3217495 h 6122020"/>
              <a:gd name="connsiteX10" fmla="*/ 4629277 w 6164352"/>
              <a:gd name="connsiteY10" fmla="*/ 3150220 h 6122020"/>
              <a:gd name="connsiteX11" fmla="*/ 6162080 w 6164352"/>
              <a:gd name="connsiteY11" fmla="*/ 3150220 h 6122020"/>
              <a:gd name="connsiteX12" fmla="*/ 6160340 w 6164352"/>
              <a:gd name="connsiteY12" fmla="*/ 3218529 h 6122020"/>
              <a:gd name="connsiteX13" fmla="*/ 3081040 w 6164352"/>
              <a:gd name="connsiteY13" fmla="*/ 6122020 h 6122020"/>
              <a:gd name="connsiteX14" fmla="*/ 1740 w 6164352"/>
              <a:gd name="connsiteY14" fmla="*/ 3218529 h 6122020"/>
              <a:gd name="connsiteX15" fmla="*/ 6164351 w 6164352"/>
              <a:gd name="connsiteY15" fmla="*/ 3060974 h 6122020"/>
              <a:gd name="connsiteX16" fmla="*/ 6164352 w 6164352"/>
              <a:gd name="connsiteY16" fmla="*/ 3061010 h 6122020"/>
              <a:gd name="connsiteX17" fmla="*/ 6164351 w 6164352"/>
              <a:gd name="connsiteY17" fmla="*/ 3061046 h 6122020"/>
              <a:gd name="connsiteX18" fmla="*/ 3081040 w 6164352"/>
              <a:gd name="connsiteY18" fmla="*/ 0 h 6122020"/>
              <a:gd name="connsiteX19" fmla="*/ 6148433 w 6164352"/>
              <a:gd name="connsiteY19" fmla="*/ 2748040 h 6122020"/>
              <a:gd name="connsiteX20" fmla="*/ 6160020 w 6164352"/>
              <a:gd name="connsiteY20" fmla="*/ 2899320 h 6122020"/>
              <a:gd name="connsiteX21" fmla="*/ 4625024 w 6164352"/>
              <a:gd name="connsiteY21" fmla="*/ 2899320 h 6122020"/>
              <a:gd name="connsiteX22" fmla="*/ 4602300 w 6164352"/>
              <a:gd name="connsiteY22" fmla="*/ 2752560 h 6122020"/>
              <a:gd name="connsiteX23" fmla="*/ 3220195 w 6164352"/>
              <a:gd name="connsiteY23" fmla="*/ 1536567 h 6122020"/>
              <a:gd name="connsiteX24" fmla="*/ 3192551 w 6164352"/>
              <a:gd name="connsiteY24" fmla="*/ 1535363 h 6122020"/>
              <a:gd name="connsiteX25" fmla="*/ 3192551 w 6164352"/>
              <a:gd name="connsiteY25" fmla="*/ 22301 h 6122020"/>
              <a:gd name="connsiteX26" fmla="*/ 2969527 w 6164352"/>
              <a:gd name="connsiteY26" fmla="*/ 22301 h 6122020"/>
              <a:gd name="connsiteX27" fmla="*/ 2969527 w 6164352"/>
              <a:gd name="connsiteY27" fmla="*/ 1535363 h 6122020"/>
              <a:gd name="connsiteX28" fmla="*/ 2941886 w 6164352"/>
              <a:gd name="connsiteY28" fmla="*/ 1536567 h 6122020"/>
              <a:gd name="connsiteX29" fmla="*/ 1559781 w 6164352"/>
              <a:gd name="connsiteY29" fmla="*/ 2752560 h 6122020"/>
              <a:gd name="connsiteX30" fmla="*/ 1537056 w 6164352"/>
              <a:gd name="connsiteY30" fmla="*/ 2899320 h 6122020"/>
              <a:gd name="connsiteX31" fmla="*/ 2060 w 6164352"/>
              <a:gd name="connsiteY31" fmla="*/ 2899320 h 6122020"/>
              <a:gd name="connsiteX32" fmla="*/ 13647 w 6164352"/>
              <a:gd name="connsiteY32" fmla="*/ 2748040 h 6122020"/>
              <a:gd name="connsiteX33" fmla="*/ 3081040 w 6164352"/>
              <a:gd name="connsiteY33" fmla="*/ 0 h 612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164352" h="6122020">
                <a:moveTo>
                  <a:pt x="0" y="3150220"/>
                </a:moveTo>
                <a:lnTo>
                  <a:pt x="1532804" y="3150220"/>
                </a:lnTo>
                <a:lnTo>
                  <a:pt x="1536250" y="3217495"/>
                </a:lnTo>
                <a:cubicBezTo>
                  <a:pt x="1610800" y="3941027"/>
                  <a:pt x="2196661" y="4515571"/>
                  <a:pt x="2932071" y="4584563"/>
                </a:cubicBezTo>
                <a:lnTo>
                  <a:pt x="2969527" y="4586311"/>
                </a:lnTo>
                <a:lnTo>
                  <a:pt x="2969527" y="6099716"/>
                </a:lnTo>
                <a:lnTo>
                  <a:pt x="3192551" y="6099716"/>
                </a:lnTo>
                <a:lnTo>
                  <a:pt x="3192551" y="4586311"/>
                </a:lnTo>
                <a:lnTo>
                  <a:pt x="3230009" y="4584563"/>
                </a:lnTo>
                <a:cubicBezTo>
                  <a:pt x="3965420" y="4515571"/>
                  <a:pt x="4551281" y="3941027"/>
                  <a:pt x="4625830" y="3217495"/>
                </a:cubicBezTo>
                <a:lnTo>
                  <a:pt x="4629277" y="3150220"/>
                </a:lnTo>
                <a:lnTo>
                  <a:pt x="6162080" y="3150220"/>
                </a:lnTo>
                <a:lnTo>
                  <a:pt x="6160340" y="3218529"/>
                </a:lnTo>
                <a:cubicBezTo>
                  <a:pt x="6077759" y="4835875"/>
                  <a:pt x="4730692" y="6122020"/>
                  <a:pt x="3081040" y="6122020"/>
                </a:cubicBezTo>
                <a:cubicBezTo>
                  <a:pt x="1431389" y="6122020"/>
                  <a:pt x="84321" y="4835875"/>
                  <a:pt x="1740" y="3218529"/>
                </a:cubicBezTo>
                <a:close/>
                <a:moveTo>
                  <a:pt x="6164351" y="3060974"/>
                </a:moveTo>
                <a:lnTo>
                  <a:pt x="6164352" y="3061010"/>
                </a:lnTo>
                <a:lnTo>
                  <a:pt x="6164351" y="3061046"/>
                </a:lnTo>
                <a:close/>
                <a:moveTo>
                  <a:pt x="3081040" y="0"/>
                </a:moveTo>
                <a:cubicBezTo>
                  <a:pt x="4677477" y="0"/>
                  <a:pt x="5990537" y="1204507"/>
                  <a:pt x="6148433" y="2748040"/>
                </a:cubicBezTo>
                <a:lnTo>
                  <a:pt x="6160020" y="2899320"/>
                </a:lnTo>
                <a:lnTo>
                  <a:pt x="4625024" y="2899320"/>
                </a:lnTo>
                <a:lnTo>
                  <a:pt x="4602300" y="2752560"/>
                </a:lnTo>
                <a:cubicBezTo>
                  <a:pt x="4466556" y="2098724"/>
                  <a:pt x="3907812" y="1596759"/>
                  <a:pt x="3220195" y="1536567"/>
                </a:cubicBezTo>
                <a:lnTo>
                  <a:pt x="3192551" y="1535363"/>
                </a:lnTo>
                <a:lnTo>
                  <a:pt x="3192551" y="22301"/>
                </a:lnTo>
                <a:lnTo>
                  <a:pt x="2969527" y="22301"/>
                </a:lnTo>
                <a:lnTo>
                  <a:pt x="2969527" y="1535363"/>
                </a:lnTo>
                <a:lnTo>
                  <a:pt x="2941886" y="1536567"/>
                </a:lnTo>
                <a:cubicBezTo>
                  <a:pt x="2254268" y="1596759"/>
                  <a:pt x="1695525" y="2098724"/>
                  <a:pt x="1559781" y="2752560"/>
                </a:cubicBezTo>
                <a:lnTo>
                  <a:pt x="1537056" y="2899320"/>
                </a:lnTo>
                <a:lnTo>
                  <a:pt x="2060" y="2899320"/>
                </a:lnTo>
                <a:lnTo>
                  <a:pt x="13647" y="2748040"/>
                </a:lnTo>
                <a:cubicBezTo>
                  <a:pt x="171543" y="1204507"/>
                  <a:pt x="1484603" y="0"/>
                  <a:pt x="3081040" y="0"/>
                </a:cubicBezTo>
                <a:close/>
              </a:path>
            </a:pathLst>
          </a:custGeom>
          <a:ln>
            <a:noFill/>
          </a:ln>
          <a:effectLst>
            <a:outerShdw blurRad="596900" dist="38100" dir="5400000" algn="t" rotWithShape="0">
              <a:prstClr val="black">
                <a:alpha val="7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3E23291D-BB83-4EFF-9C33-301CD8BB8E88}"/>
              </a:ext>
            </a:extLst>
          </p:cNvPr>
          <p:cNvSpPr/>
          <p:nvPr/>
        </p:nvSpPr>
        <p:spPr>
          <a:xfrm>
            <a:off x="5515258" y="2603807"/>
            <a:ext cx="1161483" cy="1131851"/>
          </a:xfrm>
          <a:custGeom>
            <a:avLst/>
            <a:gdLst>
              <a:gd name="connsiteX0" fmla="*/ 0 w 6164352"/>
              <a:gd name="connsiteY0" fmla="*/ 3150220 h 6122020"/>
              <a:gd name="connsiteX1" fmla="*/ 1532804 w 6164352"/>
              <a:gd name="connsiteY1" fmla="*/ 3150220 h 6122020"/>
              <a:gd name="connsiteX2" fmla="*/ 1536250 w 6164352"/>
              <a:gd name="connsiteY2" fmla="*/ 3217495 h 6122020"/>
              <a:gd name="connsiteX3" fmla="*/ 2932071 w 6164352"/>
              <a:gd name="connsiteY3" fmla="*/ 4584563 h 6122020"/>
              <a:gd name="connsiteX4" fmla="*/ 2969527 w 6164352"/>
              <a:gd name="connsiteY4" fmla="*/ 4586311 h 6122020"/>
              <a:gd name="connsiteX5" fmla="*/ 2969527 w 6164352"/>
              <a:gd name="connsiteY5" fmla="*/ 6099716 h 6122020"/>
              <a:gd name="connsiteX6" fmla="*/ 3192551 w 6164352"/>
              <a:gd name="connsiteY6" fmla="*/ 6099716 h 6122020"/>
              <a:gd name="connsiteX7" fmla="*/ 3192551 w 6164352"/>
              <a:gd name="connsiteY7" fmla="*/ 4586311 h 6122020"/>
              <a:gd name="connsiteX8" fmla="*/ 3230009 w 6164352"/>
              <a:gd name="connsiteY8" fmla="*/ 4584563 h 6122020"/>
              <a:gd name="connsiteX9" fmla="*/ 4625830 w 6164352"/>
              <a:gd name="connsiteY9" fmla="*/ 3217495 h 6122020"/>
              <a:gd name="connsiteX10" fmla="*/ 4629277 w 6164352"/>
              <a:gd name="connsiteY10" fmla="*/ 3150220 h 6122020"/>
              <a:gd name="connsiteX11" fmla="*/ 6162080 w 6164352"/>
              <a:gd name="connsiteY11" fmla="*/ 3150220 h 6122020"/>
              <a:gd name="connsiteX12" fmla="*/ 6160340 w 6164352"/>
              <a:gd name="connsiteY12" fmla="*/ 3218529 h 6122020"/>
              <a:gd name="connsiteX13" fmla="*/ 3081040 w 6164352"/>
              <a:gd name="connsiteY13" fmla="*/ 6122020 h 6122020"/>
              <a:gd name="connsiteX14" fmla="*/ 1740 w 6164352"/>
              <a:gd name="connsiteY14" fmla="*/ 3218529 h 6122020"/>
              <a:gd name="connsiteX15" fmla="*/ 6164351 w 6164352"/>
              <a:gd name="connsiteY15" fmla="*/ 3060974 h 6122020"/>
              <a:gd name="connsiteX16" fmla="*/ 6164352 w 6164352"/>
              <a:gd name="connsiteY16" fmla="*/ 3061010 h 6122020"/>
              <a:gd name="connsiteX17" fmla="*/ 6164351 w 6164352"/>
              <a:gd name="connsiteY17" fmla="*/ 3061046 h 6122020"/>
              <a:gd name="connsiteX18" fmla="*/ 3081040 w 6164352"/>
              <a:gd name="connsiteY18" fmla="*/ 0 h 6122020"/>
              <a:gd name="connsiteX19" fmla="*/ 6148433 w 6164352"/>
              <a:gd name="connsiteY19" fmla="*/ 2748040 h 6122020"/>
              <a:gd name="connsiteX20" fmla="*/ 6160020 w 6164352"/>
              <a:gd name="connsiteY20" fmla="*/ 2899320 h 6122020"/>
              <a:gd name="connsiteX21" fmla="*/ 4625024 w 6164352"/>
              <a:gd name="connsiteY21" fmla="*/ 2899320 h 6122020"/>
              <a:gd name="connsiteX22" fmla="*/ 4602300 w 6164352"/>
              <a:gd name="connsiteY22" fmla="*/ 2752560 h 6122020"/>
              <a:gd name="connsiteX23" fmla="*/ 3220195 w 6164352"/>
              <a:gd name="connsiteY23" fmla="*/ 1536567 h 6122020"/>
              <a:gd name="connsiteX24" fmla="*/ 3192551 w 6164352"/>
              <a:gd name="connsiteY24" fmla="*/ 1535363 h 6122020"/>
              <a:gd name="connsiteX25" fmla="*/ 3192551 w 6164352"/>
              <a:gd name="connsiteY25" fmla="*/ 22301 h 6122020"/>
              <a:gd name="connsiteX26" fmla="*/ 2969527 w 6164352"/>
              <a:gd name="connsiteY26" fmla="*/ 22301 h 6122020"/>
              <a:gd name="connsiteX27" fmla="*/ 2969527 w 6164352"/>
              <a:gd name="connsiteY27" fmla="*/ 1535363 h 6122020"/>
              <a:gd name="connsiteX28" fmla="*/ 2941886 w 6164352"/>
              <a:gd name="connsiteY28" fmla="*/ 1536567 h 6122020"/>
              <a:gd name="connsiteX29" fmla="*/ 1559781 w 6164352"/>
              <a:gd name="connsiteY29" fmla="*/ 2752560 h 6122020"/>
              <a:gd name="connsiteX30" fmla="*/ 1537056 w 6164352"/>
              <a:gd name="connsiteY30" fmla="*/ 2899320 h 6122020"/>
              <a:gd name="connsiteX31" fmla="*/ 2060 w 6164352"/>
              <a:gd name="connsiteY31" fmla="*/ 2899320 h 6122020"/>
              <a:gd name="connsiteX32" fmla="*/ 13647 w 6164352"/>
              <a:gd name="connsiteY32" fmla="*/ 2748040 h 6122020"/>
              <a:gd name="connsiteX33" fmla="*/ 3081040 w 6164352"/>
              <a:gd name="connsiteY33" fmla="*/ 0 h 612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164352" h="6122020">
                <a:moveTo>
                  <a:pt x="0" y="3150220"/>
                </a:moveTo>
                <a:lnTo>
                  <a:pt x="1532804" y="3150220"/>
                </a:lnTo>
                <a:lnTo>
                  <a:pt x="1536250" y="3217495"/>
                </a:lnTo>
                <a:cubicBezTo>
                  <a:pt x="1610800" y="3941027"/>
                  <a:pt x="2196661" y="4515571"/>
                  <a:pt x="2932071" y="4584563"/>
                </a:cubicBezTo>
                <a:lnTo>
                  <a:pt x="2969527" y="4586311"/>
                </a:lnTo>
                <a:lnTo>
                  <a:pt x="2969527" y="6099716"/>
                </a:lnTo>
                <a:lnTo>
                  <a:pt x="3192551" y="6099716"/>
                </a:lnTo>
                <a:lnTo>
                  <a:pt x="3192551" y="4586311"/>
                </a:lnTo>
                <a:lnTo>
                  <a:pt x="3230009" y="4584563"/>
                </a:lnTo>
                <a:cubicBezTo>
                  <a:pt x="3965420" y="4515571"/>
                  <a:pt x="4551281" y="3941027"/>
                  <a:pt x="4625830" y="3217495"/>
                </a:cubicBezTo>
                <a:lnTo>
                  <a:pt x="4629277" y="3150220"/>
                </a:lnTo>
                <a:lnTo>
                  <a:pt x="6162080" y="3150220"/>
                </a:lnTo>
                <a:lnTo>
                  <a:pt x="6160340" y="3218529"/>
                </a:lnTo>
                <a:cubicBezTo>
                  <a:pt x="6077759" y="4835875"/>
                  <a:pt x="4730692" y="6122020"/>
                  <a:pt x="3081040" y="6122020"/>
                </a:cubicBezTo>
                <a:cubicBezTo>
                  <a:pt x="1431389" y="6122020"/>
                  <a:pt x="84321" y="4835875"/>
                  <a:pt x="1740" y="3218529"/>
                </a:cubicBezTo>
                <a:close/>
                <a:moveTo>
                  <a:pt x="6164351" y="3060974"/>
                </a:moveTo>
                <a:lnTo>
                  <a:pt x="6164352" y="3061010"/>
                </a:lnTo>
                <a:lnTo>
                  <a:pt x="6164351" y="3061046"/>
                </a:lnTo>
                <a:close/>
                <a:moveTo>
                  <a:pt x="3081040" y="0"/>
                </a:moveTo>
                <a:cubicBezTo>
                  <a:pt x="4677477" y="0"/>
                  <a:pt x="5990537" y="1204507"/>
                  <a:pt x="6148433" y="2748040"/>
                </a:cubicBezTo>
                <a:lnTo>
                  <a:pt x="6160020" y="2899320"/>
                </a:lnTo>
                <a:lnTo>
                  <a:pt x="4625024" y="2899320"/>
                </a:lnTo>
                <a:lnTo>
                  <a:pt x="4602300" y="2752560"/>
                </a:lnTo>
                <a:cubicBezTo>
                  <a:pt x="4466556" y="2098724"/>
                  <a:pt x="3907812" y="1596759"/>
                  <a:pt x="3220195" y="1536567"/>
                </a:cubicBezTo>
                <a:lnTo>
                  <a:pt x="3192551" y="1535363"/>
                </a:lnTo>
                <a:lnTo>
                  <a:pt x="3192551" y="22301"/>
                </a:lnTo>
                <a:lnTo>
                  <a:pt x="2969527" y="22301"/>
                </a:lnTo>
                <a:lnTo>
                  <a:pt x="2969527" y="1535363"/>
                </a:lnTo>
                <a:lnTo>
                  <a:pt x="2941886" y="1536567"/>
                </a:lnTo>
                <a:cubicBezTo>
                  <a:pt x="2254268" y="1596759"/>
                  <a:pt x="1695525" y="2098724"/>
                  <a:pt x="1559781" y="2752560"/>
                </a:cubicBezTo>
                <a:lnTo>
                  <a:pt x="1537056" y="2899320"/>
                </a:lnTo>
                <a:lnTo>
                  <a:pt x="2060" y="2899320"/>
                </a:lnTo>
                <a:lnTo>
                  <a:pt x="13647" y="2748040"/>
                </a:lnTo>
                <a:cubicBezTo>
                  <a:pt x="171543" y="1204507"/>
                  <a:pt x="1484603" y="0"/>
                  <a:pt x="3081040" y="0"/>
                </a:cubicBezTo>
                <a:close/>
              </a:path>
            </a:pathLst>
          </a:custGeom>
          <a:ln>
            <a:noFill/>
          </a:ln>
          <a:effectLst>
            <a:outerShdw blurRad="596900" dist="38100" dir="5400000" algn="t" rotWithShape="0">
              <a:prstClr val="black">
                <a:alpha val="7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691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8B8CB2-B94F-4189-BA72-D10D90A888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5" y="16725"/>
            <a:ext cx="12192001" cy="6858000"/>
          </a:xfrm>
          <a:prstGeom prst="rect">
            <a:avLst/>
          </a:prstGeom>
        </p:spPr>
      </p:pic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422E67C1-2A6F-4FFE-BE22-E6C2DC18D47D}"/>
              </a:ext>
            </a:extLst>
          </p:cNvPr>
          <p:cNvSpPr/>
          <p:nvPr/>
        </p:nvSpPr>
        <p:spPr>
          <a:xfrm rot="17582744">
            <a:off x="-1347759" y="-4584341"/>
            <a:ext cx="14773761" cy="15830612"/>
          </a:xfrm>
          <a:custGeom>
            <a:avLst/>
            <a:gdLst>
              <a:gd name="connsiteX0" fmla="*/ 0 w 6164352"/>
              <a:gd name="connsiteY0" fmla="*/ 3150220 h 6122020"/>
              <a:gd name="connsiteX1" fmla="*/ 1532804 w 6164352"/>
              <a:gd name="connsiteY1" fmla="*/ 3150220 h 6122020"/>
              <a:gd name="connsiteX2" fmla="*/ 1536250 w 6164352"/>
              <a:gd name="connsiteY2" fmla="*/ 3217495 h 6122020"/>
              <a:gd name="connsiteX3" fmla="*/ 2932071 w 6164352"/>
              <a:gd name="connsiteY3" fmla="*/ 4584563 h 6122020"/>
              <a:gd name="connsiteX4" fmla="*/ 2969527 w 6164352"/>
              <a:gd name="connsiteY4" fmla="*/ 4586311 h 6122020"/>
              <a:gd name="connsiteX5" fmla="*/ 2969527 w 6164352"/>
              <a:gd name="connsiteY5" fmla="*/ 6099716 h 6122020"/>
              <a:gd name="connsiteX6" fmla="*/ 3192551 w 6164352"/>
              <a:gd name="connsiteY6" fmla="*/ 6099716 h 6122020"/>
              <a:gd name="connsiteX7" fmla="*/ 3192551 w 6164352"/>
              <a:gd name="connsiteY7" fmla="*/ 4586311 h 6122020"/>
              <a:gd name="connsiteX8" fmla="*/ 3230009 w 6164352"/>
              <a:gd name="connsiteY8" fmla="*/ 4584563 h 6122020"/>
              <a:gd name="connsiteX9" fmla="*/ 4625830 w 6164352"/>
              <a:gd name="connsiteY9" fmla="*/ 3217495 h 6122020"/>
              <a:gd name="connsiteX10" fmla="*/ 4629277 w 6164352"/>
              <a:gd name="connsiteY10" fmla="*/ 3150220 h 6122020"/>
              <a:gd name="connsiteX11" fmla="*/ 6162080 w 6164352"/>
              <a:gd name="connsiteY11" fmla="*/ 3150220 h 6122020"/>
              <a:gd name="connsiteX12" fmla="*/ 6160340 w 6164352"/>
              <a:gd name="connsiteY12" fmla="*/ 3218529 h 6122020"/>
              <a:gd name="connsiteX13" fmla="*/ 3081040 w 6164352"/>
              <a:gd name="connsiteY13" fmla="*/ 6122020 h 6122020"/>
              <a:gd name="connsiteX14" fmla="*/ 1740 w 6164352"/>
              <a:gd name="connsiteY14" fmla="*/ 3218529 h 6122020"/>
              <a:gd name="connsiteX15" fmla="*/ 6164351 w 6164352"/>
              <a:gd name="connsiteY15" fmla="*/ 3060974 h 6122020"/>
              <a:gd name="connsiteX16" fmla="*/ 6164352 w 6164352"/>
              <a:gd name="connsiteY16" fmla="*/ 3061010 h 6122020"/>
              <a:gd name="connsiteX17" fmla="*/ 6164351 w 6164352"/>
              <a:gd name="connsiteY17" fmla="*/ 3061046 h 6122020"/>
              <a:gd name="connsiteX18" fmla="*/ 3081040 w 6164352"/>
              <a:gd name="connsiteY18" fmla="*/ 0 h 6122020"/>
              <a:gd name="connsiteX19" fmla="*/ 6148433 w 6164352"/>
              <a:gd name="connsiteY19" fmla="*/ 2748040 h 6122020"/>
              <a:gd name="connsiteX20" fmla="*/ 6160020 w 6164352"/>
              <a:gd name="connsiteY20" fmla="*/ 2899320 h 6122020"/>
              <a:gd name="connsiteX21" fmla="*/ 4625024 w 6164352"/>
              <a:gd name="connsiteY21" fmla="*/ 2899320 h 6122020"/>
              <a:gd name="connsiteX22" fmla="*/ 4602300 w 6164352"/>
              <a:gd name="connsiteY22" fmla="*/ 2752560 h 6122020"/>
              <a:gd name="connsiteX23" fmla="*/ 3220195 w 6164352"/>
              <a:gd name="connsiteY23" fmla="*/ 1536567 h 6122020"/>
              <a:gd name="connsiteX24" fmla="*/ 3192551 w 6164352"/>
              <a:gd name="connsiteY24" fmla="*/ 1535363 h 6122020"/>
              <a:gd name="connsiteX25" fmla="*/ 3192551 w 6164352"/>
              <a:gd name="connsiteY25" fmla="*/ 22301 h 6122020"/>
              <a:gd name="connsiteX26" fmla="*/ 2969527 w 6164352"/>
              <a:gd name="connsiteY26" fmla="*/ 22301 h 6122020"/>
              <a:gd name="connsiteX27" fmla="*/ 2969527 w 6164352"/>
              <a:gd name="connsiteY27" fmla="*/ 1535363 h 6122020"/>
              <a:gd name="connsiteX28" fmla="*/ 2941886 w 6164352"/>
              <a:gd name="connsiteY28" fmla="*/ 1536567 h 6122020"/>
              <a:gd name="connsiteX29" fmla="*/ 1559781 w 6164352"/>
              <a:gd name="connsiteY29" fmla="*/ 2752560 h 6122020"/>
              <a:gd name="connsiteX30" fmla="*/ 1537056 w 6164352"/>
              <a:gd name="connsiteY30" fmla="*/ 2899320 h 6122020"/>
              <a:gd name="connsiteX31" fmla="*/ 2060 w 6164352"/>
              <a:gd name="connsiteY31" fmla="*/ 2899320 h 6122020"/>
              <a:gd name="connsiteX32" fmla="*/ 13647 w 6164352"/>
              <a:gd name="connsiteY32" fmla="*/ 2748040 h 6122020"/>
              <a:gd name="connsiteX33" fmla="*/ 3081040 w 6164352"/>
              <a:gd name="connsiteY33" fmla="*/ 0 h 612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164352" h="6122020">
                <a:moveTo>
                  <a:pt x="0" y="3150220"/>
                </a:moveTo>
                <a:lnTo>
                  <a:pt x="1532804" y="3150220"/>
                </a:lnTo>
                <a:lnTo>
                  <a:pt x="1536250" y="3217495"/>
                </a:lnTo>
                <a:cubicBezTo>
                  <a:pt x="1610800" y="3941027"/>
                  <a:pt x="2196661" y="4515571"/>
                  <a:pt x="2932071" y="4584563"/>
                </a:cubicBezTo>
                <a:lnTo>
                  <a:pt x="2969527" y="4586311"/>
                </a:lnTo>
                <a:lnTo>
                  <a:pt x="2969527" y="6099716"/>
                </a:lnTo>
                <a:lnTo>
                  <a:pt x="3192551" y="6099716"/>
                </a:lnTo>
                <a:lnTo>
                  <a:pt x="3192551" y="4586311"/>
                </a:lnTo>
                <a:lnTo>
                  <a:pt x="3230009" y="4584563"/>
                </a:lnTo>
                <a:cubicBezTo>
                  <a:pt x="3965420" y="4515571"/>
                  <a:pt x="4551281" y="3941027"/>
                  <a:pt x="4625830" y="3217495"/>
                </a:cubicBezTo>
                <a:lnTo>
                  <a:pt x="4629277" y="3150220"/>
                </a:lnTo>
                <a:lnTo>
                  <a:pt x="6162080" y="3150220"/>
                </a:lnTo>
                <a:lnTo>
                  <a:pt x="6160340" y="3218529"/>
                </a:lnTo>
                <a:cubicBezTo>
                  <a:pt x="6077759" y="4835875"/>
                  <a:pt x="4730692" y="6122020"/>
                  <a:pt x="3081040" y="6122020"/>
                </a:cubicBezTo>
                <a:cubicBezTo>
                  <a:pt x="1431389" y="6122020"/>
                  <a:pt x="84321" y="4835875"/>
                  <a:pt x="1740" y="3218529"/>
                </a:cubicBezTo>
                <a:close/>
                <a:moveTo>
                  <a:pt x="6164351" y="3060974"/>
                </a:moveTo>
                <a:lnTo>
                  <a:pt x="6164352" y="3061010"/>
                </a:lnTo>
                <a:lnTo>
                  <a:pt x="6164351" y="3061046"/>
                </a:lnTo>
                <a:close/>
                <a:moveTo>
                  <a:pt x="3081040" y="0"/>
                </a:moveTo>
                <a:cubicBezTo>
                  <a:pt x="4677477" y="0"/>
                  <a:pt x="5990537" y="1204507"/>
                  <a:pt x="6148433" y="2748040"/>
                </a:cubicBezTo>
                <a:lnTo>
                  <a:pt x="6160020" y="2899320"/>
                </a:lnTo>
                <a:lnTo>
                  <a:pt x="4625024" y="2899320"/>
                </a:lnTo>
                <a:lnTo>
                  <a:pt x="4602300" y="2752560"/>
                </a:lnTo>
                <a:cubicBezTo>
                  <a:pt x="4466556" y="2098724"/>
                  <a:pt x="3907812" y="1596759"/>
                  <a:pt x="3220195" y="1536567"/>
                </a:cubicBezTo>
                <a:lnTo>
                  <a:pt x="3192551" y="1535363"/>
                </a:lnTo>
                <a:lnTo>
                  <a:pt x="3192551" y="22301"/>
                </a:lnTo>
                <a:lnTo>
                  <a:pt x="2969527" y="22301"/>
                </a:lnTo>
                <a:lnTo>
                  <a:pt x="2969527" y="1535363"/>
                </a:lnTo>
                <a:lnTo>
                  <a:pt x="2941886" y="1536567"/>
                </a:lnTo>
                <a:cubicBezTo>
                  <a:pt x="2254268" y="1596759"/>
                  <a:pt x="1695525" y="2098724"/>
                  <a:pt x="1559781" y="2752560"/>
                </a:cubicBezTo>
                <a:lnTo>
                  <a:pt x="1537056" y="2899320"/>
                </a:lnTo>
                <a:lnTo>
                  <a:pt x="2060" y="2899320"/>
                </a:lnTo>
                <a:lnTo>
                  <a:pt x="13647" y="2748040"/>
                </a:lnTo>
                <a:cubicBezTo>
                  <a:pt x="171543" y="1204507"/>
                  <a:pt x="1484603" y="0"/>
                  <a:pt x="3081040" y="0"/>
                </a:cubicBezTo>
                <a:close/>
              </a:path>
            </a:pathLst>
          </a:custGeom>
          <a:ln>
            <a:noFill/>
          </a:ln>
          <a:effectLst>
            <a:outerShdw blurRad="596900" dist="38100" dir="5400000" algn="t" rotWithShape="0">
              <a:prstClr val="black">
                <a:alpha val="7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4800" dirty="0">
              <a:solidFill>
                <a:schemeClr val="tx1"/>
              </a:solidFill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4A537BC1-F2D7-4F38-85E5-4D7ABFBCD4F3}"/>
              </a:ext>
            </a:extLst>
          </p:cNvPr>
          <p:cNvSpPr/>
          <p:nvPr/>
        </p:nvSpPr>
        <p:spPr>
          <a:xfrm rot="1981487">
            <a:off x="-38294" y="-1454136"/>
            <a:ext cx="12154830" cy="10604731"/>
          </a:xfrm>
          <a:custGeom>
            <a:avLst/>
            <a:gdLst>
              <a:gd name="connsiteX0" fmla="*/ 0 w 6164352"/>
              <a:gd name="connsiteY0" fmla="*/ 3150220 h 6122020"/>
              <a:gd name="connsiteX1" fmla="*/ 1532804 w 6164352"/>
              <a:gd name="connsiteY1" fmla="*/ 3150220 h 6122020"/>
              <a:gd name="connsiteX2" fmla="*/ 1536250 w 6164352"/>
              <a:gd name="connsiteY2" fmla="*/ 3217495 h 6122020"/>
              <a:gd name="connsiteX3" fmla="*/ 2932071 w 6164352"/>
              <a:gd name="connsiteY3" fmla="*/ 4584563 h 6122020"/>
              <a:gd name="connsiteX4" fmla="*/ 2969527 w 6164352"/>
              <a:gd name="connsiteY4" fmla="*/ 4586311 h 6122020"/>
              <a:gd name="connsiteX5" fmla="*/ 2969527 w 6164352"/>
              <a:gd name="connsiteY5" fmla="*/ 6099716 h 6122020"/>
              <a:gd name="connsiteX6" fmla="*/ 3192551 w 6164352"/>
              <a:gd name="connsiteY6" fmla="*/ 6099716 h 6122020"/>
              <a:gd name="connsiteX7" fmla="*/ 3192551 w 6164352"/>
              <a:gd name="connsiteY7" fmla="*/ 4586311 h 6122020"/>
              <a:gd name="connsiteX8" fmla="*/ 3230009 w 6164352"/>
              <a:gd name="connsiteY8" fmla="*/ 4584563 h 6122020"/>
              <a:gd name="connsiteX9" fmla="*/ 4625830 w 6164352"/>
              <a:gd name="connsiteY9" fmla="*/ 3217495 h 6122020"/>
              <a:gd name="connsiteX10" fmla="*/ 4629277 w 6164352"/>
              <a:gd name="connsiteY10" fmla="*/ 3150220 h 6122020"/>
              <a:gd name="connsiteX11" fmla="*/ 6162080 w 6164352"/>
              <a:gd name="connsiteY11" fmla="*/ 3150220 h 6122020"/>
              <a:gd name="connsiteX12" fmla="*/ 6160340 w 6164352"/>
              <a:gd name="connsiteY12" fmla="*/ 3218529 h 6122020"/>
              <a:gd name="connsiteX13" fmla="*/ 3081040 w 6164352"/>
              <a:gd name="connsiteY13" fmla="*/ 6122020 h 6122020"/>
              <a:gd name="connsiteX14" fmla="*/ 1740 w 6164352"/>
              <a:gd name="connsiteY14" fmla="*/ 3218529 h 6122020"/>
              <a:gd name="connsiteX15" fmla="*/ 6164351 w 6164352"/>
              <a:gd name="connsiteY15" fmla="*/ 3060974 h 6122020"/>
              <a:gd name="connsiteX16" fmla="*/ 6164352 w 6164352"/>
              <a:gd name="connsiteY16" fmla="*/ 3061010 h 6122020"/>
              <a:gd name="connsiteX17" fmla="*/ 6164351 w 6164352"/>
              <a:gd name="connsiteY17" fmla="*/ 3061046 h 6122020"/>
              <a:gd name="connsiteX18" fmla="*/ 3081040 w 6164352"/>
              <a:gd name="connsiteY18" fmla="*/ 0 h 6122020"/>
              <a:gd name="connsiteX19" fmla="*/ 6148433 w 6164352"/>
              <a:gd name="connsiteY19" fmla="*/ 2748040 h 6122020"/>
              <a:gd name="connsiteX20" fmla="*/ 6160020 w 6164352"/>
              <a:gd name="connsiteY20" fmla="*/ 2899320 h 6122020"/>
              <a:gd name="connsiteX21" fmla="*/ 4625024 w 6164352"/>
              <a:gd name="connsiteY21" fmla="*/ 2899320 h 6122020"/>
              <a:gd name="connsiteX22" fmla="*/ 4602300 w 6164352"/>
              <a:gd name="connsiteY22" fmla="*/ 2752560 h 6122020"/>
              <a:gd name="connsiteX23" fmla="*/ 3220195 w 6164352"/>
              <a:gd name="connsiteY23" fmla="*/ 1536567 h 6122020"/>
              <a:gd name="connsiteX24" fmla="*/ 3192551 w 6164352"/>
              <a:gd name="connsiteY24" fmla="*/ 1535363 h 6122020"/>
              <a:gd name="connsiteX25" fmla="*/ 3192551 w 6164352"/>
              <a:gd name="connsiteY25" fmla="*/ 22301 h 6122020"/>
              <a:gd name="connsiteX26" fmla="*/ 2969527 w 6164352"/>
              <a:gd name="connsiteY26" fmla="*/ 22301 h 6122020"/>
              <a:gd name="connsiteX27" fmla="*/ 2969527 w 6164352"/>
              <a:gd name="connsiteY27" fmla="*/ 1535363 h 6122020"/>
              <a:gd name="connsiteX28" fmla="*/ 2941886 w 6164352"/>
              <a:gd name="connsiteY28" fmla="*/ 1536567 h 6122020"/>
              <a:gd name="connsiteX29" fmla="*/ 1559781 w 6164352"/>
              <a:gd name="connsiteY29" fmla="*/ 2752560 h 6122020"/>
              <a:gd name="connsiteX30" fmla="*/ 1537056 w 6164352"/>
              <a:gd name="connsiteY30" fmla="*/ 2899320 h 6122020"/>
              <a:gd name="connsiteX31" fmla="*/ 2060 w 6164352"/>
              <a:gd name="connsiteY31" fmla="*/ 2899320 h 6122020"/>
              <a:gd name="connsiteX32" fmla="*/ 13647 w 6164352"/>
              <a:gd name="connsiteY32" fmla="*/ 2748040 h 6122020"/>
              <a:gd name="connsiteX33" fmla="*/ 3081040 w 6164352"/>
              <a:gd name="connsiteY33" fmla="*/ 0 h 612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164352" h="6122020">
                <a:moveTo>
                  <a:pt x="0" y="3150220"/>
                </a:moveTo>
                <a:lnTo>
                  <a:pt x="1532804" y="3150220"/>
                </a:lnTo>
                <a:lnTo>
                  <a:pt x="1536250" y="3217495"/>
                </a:lnTo>
                <a:cubicBezTo>
                  <a:pt x="1610800" y="3941027"/>
                  <a:pt x="2196661" y="4515571"/>
                  <a:pt x="2932071" y="4584563"/>
                </a:cubicBezTo>
                <a:lnTo>
                  <a:pt x="2969527" y="4586311"/>
                </a:lnTo>
                <a:lnTo>
                  <a:pt x="2969527" y="6099716"/>
                </a:lnTo>
                <a:lnTo>
                  <a:pt x="3192551" y="6099716"/>
                </a:lnTo>
                <a:lnTo>
                  <a:pt x="3192551" y="4586311"/>
                </a:lnTo>
                <a:lnTo>
                  <a:pt x="3230009" y="4584563"/>
                </a:lnTo>
                <a:cubicBezTo>
                  <a:pt x="3965420" y="4515571"/>
                  <a:pt x="4551281" y="3941027"/>
                  <a:pt x="4625830" y="3217495"/>
                </a:cubicBezTo>
                <a:lnTo>
                  <a:pt x="4629277" y="3150220"/>
                </a:lnTo>
                <a:lnTo>
                  <a:pt x="6162080" y="3150220"/>
                </a:lnTo>
                <a:lnTo>
                  <a:pt x="6160340" y="3218529"/>
                </a:lnTo>
                <a:cubicBezTo>
                  <a:pt x="6077759" y="4835875"/>
                  <a:pt x="4730692" y="6122020"/>
                  <a:pt x="3081040" y="6122020"/>
                </a:cubicBezTo>
                <a:cubicBezTo>
                  <a:pt x="1431389" y="6122020"/>
                  <a:pt x="84321" y="4835875"/>
                  <a:pt x="1740" y="3218529"/>
                </a:cubicBezTo>
                <a:close/>
                <a:moveTo>
                  <a:pt x="6164351" y="3060974"/>
                </a:moveTo>
                <a:lnTo>
                  <a:pt x="6164352" y="3061010"/>
                </a:lnTo>
                <a:lnTo>
                  <a:pt x="6164351" y="3061046"/>
                </a:lnTo>
                <a:close/>
                <a:moveTo>
                  <a:pt x="3081040" y="0"/>
                </a:moveTo>
                <a:cubicBezTo>
                  <a:pt x="4677477" y="0"/>
                  <a:pt x="5990537" y="1204507"/>
                  <a:pt x="6148433" y="2748040"/>
                </a:cubicBezTo>
                <a:lnTo>
                  <a:pt x="6160020" y="2899320"/>
                </a:lnTo>
                <a:lnTo>
                  <a:pt x="4625024" y="2899320"/>
                </a:lnTo>
                <a:lnTo>
                  <a:pt x="4602300" y="2752560"/>
                </a:lnTo>
                <a:cubicBezTo>
                  <a:pt x="4466556" y="2098724"/>
                  <a:pt x="3907812" y="1596759"/>
                  <a:pt x="3220195" y="1536567"/>
                </a:cubicBezTo>
                <a:lnTo>
                  <a:pt x="3192551" y="1535363"/>
                </a:lnTo>
                <a:lnTo>
                  <a:pt x="3192551" y="22301"/>
                </a:lnTo>
                <a:lnTo>
                  <a:pt x="2969527" y="22301"/>
                </a:lnTo>
                <a:lnTo>
                  <a:pt x="2969527" y="1535363"/>
                </a:lnTo>
                <a:lnTo>
                  <a:pt x="2941886" y="1536567"/>
                </a:lnTo>
                <a:cubicBezTo>
                  <a:pt x="2254268" y="1596759"/>
                  <a:pt x="1695525" y="2098724"/>
                  <a:pt x="1559781" y="2752560"/>
                </a:cubicBezTo>
                <a:lnTo>
                  <a:pt x="1537056" y="2899320"/>
                </a:lnTo>
                <a:lnTo>
                  <a:pt x="2060" y="2899320"/>
                </a:lnTo>
                <a:lnTo>
                  <a:pt x="13647" y="2748040"/>
                </a:lnTo>
                <a:cubicBezTo>
                  <a:pt x="171543" y="1204507"/>
                  <a:pt x="1484603" y="0"/>
                  <a:pt x="3081040" y="0"/>
                </a:cubicBezTo>
                <a:close/>
              </a:path>
            </a:pathLst>
          </a:custGeom>
          <a:ln>
            <a:noFill/>
          </a:ln>
          <a:effectLst>
            <a:outerShdw blurRad="596900" dist="38100" dir="5400000" algn="t" rotWithShape="0">
              <a:prstClr val="black">
                <a:alpha val="7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3E23291D-BB83-4EFF-9C33-301CD8BB8E88}"/>
              </a:ext>
            </a:extLst>
          </p:cNvPr>
          <p:cNvSpPr/>
          <p:nvPr/>
        </p:nvSpPr>
        <p:spPr>
          <a:xfrm rot="21163582">
            <a:off x="2495821" y="8362"/>
            <a:ext cx="7086600" cy="6874725"/>
          </a:xfrm>
          <a:custGeom>
            <a:avLst/>
            <a:gdLst>
              <a:gd name="connsiteX0" fmla="*/ 0 w 6164352"/>
              <a:gd name="connsiteY0" fmla="*/ 3150220 h 6122020"/>
              <a:gd name="connsiteX1" fmla="*/ 1532804 w 6164352"/>
              <a:gd name="connsiteY1" fmla="*/ 3150220 h 6122020"/>
              <a:gd name="connsiteX2" fmla="*/ 1536250 w 6164352"/>
              <a:gd name="connsiteY2" fmla="*/ 3217495 h 6122020"/>
              <a:gd name="connsiteX3" fmla="*/ 2932071 w 6164352"/>
              <a:gd name="connsiteY3" fmla="*/ 4584563 h 6122020"/>
              <a:gd name="connsiteX4" fmla="*/ 2969527 w 6164352"/>
              <a:gd name="connsiteY4" fmla="*/ 4586311 h 6122020"/>
              <a:gd name="connsiteX5" fmla="*/ 2969527 w 6164352"/>
              <a:gd name="connsiteY5" fmla="*/ 6099716 h 6122020"/>
              <a:gd name="connsiteX6" fmla="*/ 3192551 w 6164352"/>
              <a:gd name="connsiteY6" fmla="*/ 6099716 h 6122020"/>
              <a:gd name="connsiteX7" fmla="*/ 3192551 w 6164352"/>
              <a:gd name="connsiteY7" fmla="*/ 4586311 h 6122020"/>
              <a:gd name="connsiteX8" fmla="*/ 3230009 w 6164352"/>
              <a:gd name="connsiteY8" fmla="*/ 4584563 h 6122020"/>
              <a:gd name="connsiteX9" fmla="*/ 4625830 w 6164352"/>
              <a:gd name="connsiteY9" fmla="*/ 3217495 h 6122020"/>
              <a:gd name="connsiteX10" fmla="*/ 4629277 w 6164352"/>
              <a:gd name="connsiteY10" fmla="*/ 3150220 h 6122020"/>
              <a:gd name="connsiteX11" fmla="*/ 6162080 w 6164352"/>
              <a:gd name="connsiteY11" fmla="*/ 3150220 h 6122020"/>
              <a:gd name="connsiteX12" fmla="*/ 6160340 w 6164352"/>
              <a:gd name="connsiteY12" fmla="*/ 3218529 h 6122020"/>
              <a:gd name="connsiteX13" fmla="*/ 3081040 w 6164352"/>
              <a:gd name="connsiteY13" fmla="*/ 6122020 h 6122020"/>
              <a:gd name="connsiteX14" fmla="*/ 1740 w 6164352"/>
              <a:gd name="connsiteY14" fmla="*/ 3218529 h 6122020"/>
              <a:gd name="connsiteX15" fmla="*/ 6164351 w 6164352"/>
              <a:gd name="connsiteY15" fmla="*/ 3060974 h 6122020"/>
              <a:gd name="connsiteX16" fmla="*/ 6164352 w 6164352"/>
              <a:gd name="connsiteY16" fmla="*/ 3061010 h 6122020"/>
              <a:gd name="connsiteX17" fmla="*/ 6164351 w 6164352"/>
              <a:gd name="connsiteY17" fmla="*/ 3061046 h 6122020"/>
              <a:gd name="connsiteX18" fmla="*/ 3081040 w 6164352"/>
              <a:gd name="connsiteY18" fmla="*/ 0 h 6122020"/>
              <a:gd name="connsiteX19" fmla="*/ 6148433 w 6164352"/>
              <a:gd name="connsiteY19" fmla="*/ 2748040 h 6122020"/>
              <a:gd name="connsiteX20" fmla="*/ 6160020 w 6164352"/>
              <a:gd name="connsiteY20" fmla="*/ 2899320 h 6122020"/>
              <a:gd name="connsiteX21" fmla="*/ 4625024 w 6164352"/>
              <a:gd name="connsiteY21" fmla="*/ 2899320 h 6122020"/>
              <a:gd name="connsiteX22" fmla="*/ 4602300 w 6164352"/>
              <a:gd name="connsiteY22" fmla="*/ 2752560 h 6122020"/>
              <a:gd name="connsiteX23" fmla="*/ 3220195 w 6164352"/>
              <a:gd name="connsiteY23" fmla="*/ 1536567 h 6122020"/>
              <a:gd name="connsiteX24" fmla="*/ 3192551 w 6164352"/>
              <a:gd name="connsiteY24" fmla="*/ 1535363 h 6122020"/>
              <a:gd name="connsiteX25" fmla="*/ 3192551 w 6164352"/>
              <a:gd name="connsiteY25" fmla="*/ 22301 h 6122020"/>
              <a:gd name="connsiteX26" fmla="*/ 2969527 w 6164352"/>
              <a:gd name="connsiteY26" fmla="*/ 22301 h 6122020"/>
              <a:gd name="connsiteX27" fmla="*/ 2969527 w 6164352"/>
              <a:gd name="connsiteY27" fmla="*/ 1535363 h 6122020"/>
              <a:gd name="connsiteX28" fmla="*/ 2941886 w 6164352"/>
              <a:gd name="connsiteY28" fmla="*/ 1536567 h 6122020"/>
              <a:gd name="connsiteX29" fmla="*/ 1559781 w 6164352"/>
              <a:gd name="connsiteY29" fmla="*/ 2752560 h 6122020"/>
              <a:gd name="connsiteX30" fmla="*/ 1537056 w 6164352"/>
              <a:gd name="connsiteY30" fmla="*/ 2899320 h 6122020"/>
              <a:gd name="connsiteX31" fmla="*/ 2060 w 6164352"/>
              <a:gd name="connsiteY31" fmla="*/ 2899320 h 6122020"/>
              <a:gd name="connsiteX32" fmla="*/ 13647 w 6164352"/>
              <a:gd name="connsiteY32" fmla="*/ 2748040 h 6122020"/>
              <a:gd name="connsiteX33" fmla="*/ 3081040 w 6164352"/>
              <a:gd name="connsiteY33" fmla="*/ 0 h 612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164352" h="6122020">
                <a:moveTo>
                  <a:pt x="0" y="3150220"/>
                </a:moveTo>
                <a:lnTo>
                  <a:pt x="1532804" y="3150220"/>
                </a:lnTo>
                <a:lnTo>
                  <a:pt x="1536250" y="3217495"/>
                </a:lnTo>
                <a:cubicBezTo>
                  <a:pt x="1610800" y="3941027"/>
                  <a:pt x="2196661" y="4515571"/>
                  <a:pt x="2932071" y="4584563"/>
                </a:cubicBezTo>
                <a:lnTo>
                  <a:pt x="2969527" y="4586311"/>
                </a:lnTo>
                <a:lnTo>
                  <a:pt x="2969527" y="6099716"/>
                </a:lnTo>
                <a:lnTo>
                  <a:pt x="3192551" y="6099716"/>
                </a:lnTo>
                <a:lnTo>
                  <a:pt x="3192551" y="4586311"/>
                </a:lnTo>
                <a:lnTo>
                  <a:pt x="3230009" y="4584563"/>
                </a:lnTo>
                <a:cubicBezTo>
                  <a:pt x="3965420" y="4515571"/>
                  <a:pt x="4551281" y="3941027"/>
                  <a:pt x="4625830" y="3217495"/>
                </a:cubicBezTo>
                <a:lnTo>
                  <a:pt x="4629277" y="3150220"/>
                </a:lnTo>
                <a:lnTo>
                  <a:pt x="6162080" y="3150220"/>
                </a:lnTo>
                <a:lnTo>
                  <a:pt x="6160340" y="3218529"/>
                </a:lnTo>
                <a:cubicBezTo>
                  <a:pt x="6077759" y="4835875"/>
                  <a:pt x="4730692" y="6122020"/>
                  <a:pt x="3081040" y="6122020"/>
                </a:cubicBezTo>
                <a:cubicBezTo>
                  <a:pt x="1431389" y="6122020"/>
                  <a:pt x="84321" y="4835875"/>
                  <a:pt x="1740" y="3218529"/>
                </a:cubicBezTo>
                <a:close/>
                <a:moveTo>
                  <a:pt x="6164351" y="3060974"/>
                </a:moveTo>
                <a:lnTo>
                  <a:pt x="6164352" y="3061010"/>
                </a:lnTo>
                <a:lnTo>
                  <a:pt x="6164351" y="3061046"/>
                </a:lnTo>
                <a:close/>
                <a:moveTo>
                  <a:pt x="3081040" y="0"/>
                </a:moveTo>
                <a:cubicBezTo>
                  <a:pt x="4677477" y="0"/>
                  <a:pt x="5990537" y="1204507"/>
                  <a:pt x="6148433" y="2748040"/>
                </a:cubicBezTo>
                <a:lnTo>
                  <a:pt x="6160020" y="2899320"/>
                </a:lnTo>
                <a:lnTo>
                  <a:pt x="4625024" y="2899320"/>
                </a:lnTo>
                <a:lnTo>
                  <a:pt x="4602300" y="2752560"/>
                </a:lnTo>
                <a:cubicBezTo>
                  <a:pt x="4466556" y="2098724"/>
                  <a:pt x="3907812" y="1596759"/>
                  <a:pt x="3220195" y="1536567"/>
                </a:cubicBezTo>
                <a:lnTo>
                  <a:pt x="3192551" y="1535363"/>
                </a:lnTo>
                <a:lnTo>
                  <a:pt x="3192551" y="22301"/>
                </a:lnTo>
                <a:lnTo>
                  <a:pt x="2969527" y="22301"/>
                </a:lnTo>
                <a:lnTo>
                  <a:pt x="2969527" y="1535363"/>
                </a:lnTo>
                <a:lnTo>
                  <a:pt x="2941886" y="1536567"/>
                </a:lnTo>
                <a:cubicBezTo>
                  <a:pt x="2254268" y="1596759"/>
                  <a:pt x="1695525" y="2098724"/>
                  <a:pt x="1559781" y="2752560"/>
                </a:cubicBezTo>
                <a:lnTo>
                  <a:pt x="1537056" y="2899320"/>
                </a:lnTo>
                <a:lnTo>
                  <a:pt x="2060" y="2899320"/>
                </a:lnTo>
                <a:lnTo>
                  <a:pt x="13647" y="2748040"/>
                </a:lnTo>
                <a:cubicBezTo>
                  <a:pt x="171543" y="1204507"/>
                  <a:pt x="1484603" y="0"/>
                  <a:pt x="3081040" y="0"/>
                </a:cubicBezTo>
                <a:close/>
              </a:path>
            </a:pathLst>
          </a:custGeom>
          <a:ln>
            <a:noFill/>
          </a:ln>
          <a:effectLst>
            <a:outerShdw blurRad="596900" dist="38100" dir="5400000" algn="t" rotWithShape="0">
              <a:prstClr val="black">
                <a:alpha val="7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A8FF6B-7A20-4856-8B42-3314C8497586}"/>
              </a:ext>
            </a:extLst>
          </p:cNvPr>
          <p:cNvSpPr txBox="1"/>
          <p:nvPr/>
        </p:nvSpPr>
        <p:spPr>
          <a:xfrm>
            <a:off x="2357020" y="1737678"/>
            <a:ext cx="8082397" cy="258532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4000">
                <a:schemeClr val="accent1">
                  <a:lumMod val="45000"/>
                  <a:lumOff val="55000"/>
                  <a:alpha val="67000"/>
                </a:schemeClr>
              </a:gs>
              <a:gs pos="83000">
                <a:schemeClr val="accent1">
                  <a:lumMod val="45000"/>
                  <a:lumOff val="55000"/>
                  <a:alpha val="31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Arial Black" panose="020B0A04020102020204" pitchFamily="34" charset="0"/>
              </a:rPr>
              <a:t>Dashboard Design – E-commerce Sales Analysis</a:t>
            </a:r>
            <a:endParaRPr lang="en-GB" sz="5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ECA857-1939-4136-B563-02BFA489FF5E}"/>
              </a:ext>
            </a:extLst>
          </p:cNvPr>
          <p:cNvSpPr txBox="1"/>
          <p:nvPr/>
        </p:nvSpPr>
        <p:spPr>
          <a:xfrm>
            <a:off x="6940996" y="4937143"/>
            <a:ext cx="4570424" cy="1938992"/>
          </a:xfrm>
          <a:prstGeom prst="rect">
            <a:avLst/>
          </a:prstGeom>
          <a:gradFill>
            <a:gsLst>
              <a:gs pos="37000">
                <a:schemeClr val="accent1">
                  <a:lumMod val="5000"/>
                  <a:lumOff val="95000"/>
                  <a:alpha val="30000"/>
                </a:schemeClr>
              </a:gs>
              <a:gs pos="74000">
                <a:schemeClr val="accent1">
                  <a:lumMod val="45000"/>
                  <a:lumOff val="55000"/>
                  <a:alpha val="67000"/>
                </a:schemeClr>
              </a:gs>
              <a:gs pos="83000">
                <a:schemeClr val="accent1">
                  <a:lumMod val="45000"/>
                  <a:lumOff val="55000"/>
                  <a:alpha val="31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just"/>
            <a:r>
              <a:rPr lang="en-GB" dirty="0">
                <a:latin typeface="Bahnschrift Condensed" panose="020B0502040204020203" pitchFamily="34" charset="0"/>
              </a:rPr>
              <a:t>-</a:t>
            </a:r>
            <a:r>
              <a:rPr lang="en-GB" sz="4000" dirty="0">
                <a:solidFill>
                  <a:schemeClr val="bg1"/>
                </a:solidFill>
                <a:latin typeface="Bahnschrift Condensed" panose="020B0502040204020203" pitchFamily="34" charset="0"/>
                <a:ea typeface="MS Gothic" panose="020B0609070205080204" pitchFamily="49" charset="-128"/>
              </a:rPr>
              <a:t>KRITHIKA K</a:t>
            </a:r>
          </a:p>
          <a:p>
            <a:pPr algn="just"/>
            <a:r>
              <a:rPr lang="en-IN" sz="4000" dirty="0">
                <a:solidFill>
                  <a:schemeClr val="bg1"/>
                </a:solidFill>
                <a:latin typeface="Bahnschrift Condensed" panose="020B0502040204020203" pitchFamily="34" charset="0"/>
                <a:ea typeface="MS Gothic" panose="020B0609070205080204" pitchFamily="49" charset="-128"/>
              </a:rPr>
              <a:t> </a:t>
            </a:r>
            <a:r>
              <a:rPr lang="en-IN" sz="4000" dirty="0">
                <a:solidFill>
                  <a:schemeClr val="bg1">
                    <a:lumMod val="95000"/>
                  </a:schemeClr>
                </a:solidFill>
                <a:latin typeface="Bahnschrift Condensed" panose="020B0502040204020203" pitchFamily="34" charset="0"/>
                <a:ea typeface="MS Gothic" panose="020B0609070205080204" pitchFamily="49" charset="-128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krithikak182@gmail.com</a:t>
            </a:r>
            <a:endParaRPr lang="en-IN" sz="4000" dirty="0">
              <a:solidFill>
                <a:schemeClr val="bg1">
                  <a:lumMod val="95000"/>
                </a:schemeClr>
              </a:solidFill>
              <a:latin typeface="Bahnschrift Condensed" panose="020B0502040204020203" pitchFamily="34" charset="0"/>
              <a:ea typeface="MS Gothic" panose="020B0609070205080204" pitchFamily="49" charset="-128"/>
            </a:endParaRPr>
          </a:p>
          <a:p>
            <a:pPr algn="just"/>
            <a:r>
              <a:rPr lang="en-IN" sz="4000" dirty="0">
                <a:solidFill>
                  <a:schemeClr val="bg1"/>
                </a:solidFill>
                <a:latin typeface="Bahnschrift Condensed" panose="020B0502040204020203" pitchFamily="34" charset="0"/>
                <a:ea typeface="MS Gothic" panose="020B0609070205080204" pitchFamily="49" charset="-128"/>
              </a:rPr>
              <a:t> 91+8217658684</a:t>
            </a:r>
          </a:p>
        </p:txBody>
      </p:sp>
    </p:spTree>
    <p:extLst>
      <p:ext uri="{BB962C8B-B14F-4D97-AF65-F5344CB8AC3E}">
        <p14:creationId xmlns:p14="http://schemas.microsoft.com/office/powerpoint/2010/main" val="3018061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9696">
        <p159:morph option="byObject"/>
      </p:transition>
    </mc:Choice>
    <mc:Fallback xmlns="">
      <p:transition spd="slow" advTm="29696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B19F65C-E960-4278-BA98-E9E48E19CE17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1661815" y="2993946"/>
                </a:moveTo>
                <a:cubicBezTo>
                  <a:pt x="1585417" y="2993946"/>
                  <a:pt x="1547217" y="3032145"/>
                  <a:pt x="1547217" y="3108543"/>
                </a:cubicBezTo>
                <a:cubicBezTo>
                  <a:pt x="1547217" y="3184942"/>
                  <a:pt x="1585417" y="3223141"/>
                  <a:pt x="1661815" y="3223141"/>
                </a:cubicBezTo>
                <a:cubicBezTo>
                  <a:pt x="1738611" y="3223141"/>
                  <a:pt x="1777008" y="3184942"/>
                  <a:pt x="1777008" y="3108543"/>
                </a:cubicBezTo>
                <a:cubicBezTo>
                  <a:pt x="1777008" y="3032145"/>
                  <a:pt x="1738611" y="2993946"/>
                  <a:pt x="1661815" y="2993946"/>
                </a:cubicBezTo>
                <a:close/>
                <a:moveTo>
                  <a:pt x="838200" y="2391490"/>
                </a:moveTo>
                <a:lnTo>
                  <a:pt x="838200" y="2495074"/>
                </a:lnTo>
                <a:lnTo>
                  <a:pt x="1035249" y="2495074"/>
                </a:lnTo>
                <a:lnTo>
                  <a:pt x="1035249" y="3211830"/>
                </a:lnTo>
                <a:lnTo>
                  <a:pt x="1304925" y="3211830"/>
                </a:lnTo>
                <a:lnTo>
                  <a:pt x="1304925" y="2495074"/>
                </a:lnTo>
                <a:lnTo>
                  <a:pt x="1500188" y="2495074"/>
                </a:lnTo>
                <a:lnTo>
                  <a:pt x="1500188" y="2391490"/>
                </a:lnTo>
                <a:close/>
                <a:moveTo>
                  <a:pt x="526852" y="2391490"/>
                </a:moveTo>
                <a:lnTo>
                  <a:pt x="526852" y="3211830"/>
                </a:lnTo>
                <a:lnTo>
                  <a:pt x="782241" y="3211830"/>
                </a:lnTo>
                <a:lnTo>
                  <a:pt x="782241" y="2391490"/>
                </a:lnTo>
                <a:close/>
                <a:moveTo>
                  <a:pt x="1781408" y="2378988"/>
                </a:moveTo>
                <a:cubicBezTo>
                  <a:pt x="1639965" y="2378988"/>
                  <a:pt x="1569244" y="2434374"/>
                  <a:pt x="1569244" y="2545145"/>
                </a:cubicBezTo>
                <a:cubicBezTo>
                  <a:pt x="1569244" y="2561119"/>
                  <a:pt x="1573306" y="2587862"/>
                  <a:pt x="1581429" y="2625373"/>
                </a:cubicBezTo>
                <a:lnTo>
                  <a:pt x="1694046" y="2654580"/>
                </a:lnTo>
                <a:cubicBezTo>
                  <a:pt x="1689426" y="2611216"/>
                  <a:pt x="1687116" y="2580182"/>
                  <a:pt x="1687116" y="2561479"/>
                </a:cubicBezTo>
                <a:cubicBezTo>
                  <a:pt x="1687116" y="2498159"/>
                  <a:pt x="1707629" y="2466499"/>
                  <a:pt x="1748656" y="2466499"/>
                </a:cubicBezTo>
                <a:cubicBezTo>
                  <a:pt x="1804467" y="2466499"/>
                  <a:pt x="1832372" y="2535109"/>
                  <a:pt x="1832372" y="2672328"/>
                </a:cubicBezTo>
                <a:cubicBezTo>
                  <a:pt x="1832372" y="2759343"/>
                  <a:pt x="1811068" y="2802850"/>
                  <a:pt x="1768460" y="2802850"/>
                </a:cubicBezTo>
                <a:cubicBezTo>
                  <a:pt x="1737522" y="2802850"/>
                  <a:pt x="1716221" y="2773879"/>
                  <a:pt x="1704557" y="2715935"/>
                </a:cubicBezTo>
                <a:lnTo>
                  <a:pt x="1599010" y="2715935"/>
                </a:lnTo>
                <a:lnTo>
                  <a:pt x="1599010" y="2931438"/>
                </a:lnTo>
                <a:lnTo>
                  <a:pt x="1713310" y="2931438"/>
                </a:lnTo>
                <a:lnTo>
                  <a:pt x="1713310" y="2846699"/>
                </a:lnTo>
                <a:cubicBezTo>
                  <a:pt x="1743993" y="2875807"/>
                  <a:pt x="1780506" y="2890361"/>
                  <a:pt x="1822847" y="2890361"/>
                </a:cubicBezTo>
                <a:cubicBezTo>
                  <a:pt x="1885200" y="2890361"/>
                  <a:pt x="1938392" y="2865273"/>
                  <a:pt x="1982423" y="2815096"/>
                </a:cubicBezTo>
                <a:cubicBezTo>
                  <a:pt x="2026455" y="2764919"/>
                  <a:pt x="2048471" y="2704875"/>
                  <a:pt x="2048471" y="2634963"/>
                </a:cubicBezTo>
                <a:cubicBezTo>
                  <a:pt x="2048471" y="2464313"/>
                  <a:pt x="1959450" y="2378988"/>
                  <a:pt x="1781408" y="2378988"/>
                </a:cubicBezTo>
                <a:close/>
                <a:moveTo>
                  <a:pt x="2497922" y="1139296"/>
                </a:moveTo>
                <a:lnTo>
                  <a:pt x="2580233" y="1468755"/>
                </a:lnTo>
                <a:lnTo>
                  <a:pt x="2409100" y="1468755"/>
                </a:lnTo>
                <a:close/>
                <a:moveTo>
                  <a:pt x="3936802" y="924640"/>
                </a:moveTo>
                <a:lnTo>
                  <a:pt x="3936802" y="1744980"/>
                </a:lnTo>
                <a:lnTo>
                  <a:pt x="4192191" y="1744980"/>
                </a:lnTo>
                <a:lnTo>
                  <a:pt x="4192191" y="924640"/>
                </a:lnTo>
                <a:close/>
                <a:moveTo>
                  <a:pt x="2886075" y="924640"/>
                </a:moveTo>
                <a:lnTo>
                  <a:pt x="2886075" y="1028224"/>
                </a:lnTo>
                <a:lnTo>
                  <a:pt x="3083124" y="1028224"/>
                </a:lnTo>
                <a:lnTo>
                  <a:pt x="3083124" y="1744980"/>
                </a:lnTo>
                <a:lnTo>
                  <a:pt x="3352800" y="1744980"/>
                </a:lnTo>
                <a:lnTo>
                  <a:pt x="3352800" y="1028224"/>
                </a:lnTo>
                <a:lnTo>
                  <a:pt x="3548063" y="1028224"/>
                </a:lnTo>
                <a:lnTo>
                  <a:pt x="3548063" y="924640"/>
                </a:lnTo>
                <a:close/>
                <a:moveTo>
                  <a:pt x="2459394" y="924640"/>
                </a:moveTo>
                <a:lnTo>
                  <a:pt x="2220683" y="1744980"/>
                </a:lnTo>
                <a:lnTo>
                  <a:pt x="2332509" y="1744980"/>
                </a:lnTo>
                <a:lnTo>
                  <a:pt x="2383287" y="1572340"/>
                </a:lnTo>
                <a:lnTo>
                  <a:pt x="2604585" y="1572340"/>
                </a:lnTo>
                <a:lnTo>
                  <a:pt x="2651866" y="1744980"/>
                </a:lnTo>
                <a:lnTo>
                  <a:pt x="2905823" y="1744980"/>
                </a:lnTo>
                <a:lnTo>
                  <a:pt x="2680999" y="924640"/>
                </a:lnTo>
                <a:close/>
                <a:moveTo>
                  <a:pt x="1487686" y="924640"/>
                </a:moveTo>
                <a:lnTo>
                  <a:pt x="1487686" y="1744980"/>
                </a:lnTo>
                <a:lnTo>
                  <a:pt x="1743075" y="1744980"/>
                </a:lnTo>
                <a:lnTo>
                  <a:pt x="1743075" y="1348502"/>
                </a:lnTo>
                <a:lnTo>
                  <a:pt x="1907382" y="1348502"/>
                </a:lnTo>
                <a:lnTo>
                  <a:pt x="1907382" y="1744980"/>
                </a:lnTo>
                <a:lnTo>
                  <a:pt x="2162771" y="1744980"/>
                </a:lnTo>
                <a:lnTo>
                  <a:pt x="2162771" y="924640"/>
                </a:lnTo>
                <a:lnTo>
                  <a:pt x="1907382" y="924640"/>
                </a:lnTo>
                <a:lnTo>
                  <a:pt x="1907382" y="1244918"/>
                </a:lnTo>
                <a:lnTo>
                  <a:pt x="1743075" y="1244918"/>
                </a:lnTo>
                <a:lnTo>
                  <a:pt x="1743075" y="924640"/>
                </a:lnTo>
                <a:close/>
                <a:moveTo>
                  <a:pt x="450782" y="924640"/>
                </a:moveTo>
                <a:lnTo>
                  <a:pt x="658918" y="1744980"/>
                </a:lnTo>
                <a:lnTo>
                  <a:pt x="828378" y="1744980"/>
                </a:lnTo>
                <a:lnTo>
                  <a:pt x="931413" y="1310272"/>
                </a:lnTo>
                <a:lnTo>
                  <a:pt x="1032849" y="1744980"/>
                </a:lnTo>
                <a:lnTo>
                  <a:pt x="1202410" y="1744980"/>
                </a:lnTo>
                <a:lnTo>
                  <a:pt x="1422509" y="924640"/>
                </a:lnTo>
                <a:lnTo>
                  <a:pt x="1309762" y="924640"/>
                </a:lnTo>
                <a:lnTo>
                  <a:pt x="1192374" y="1409577"/>
                </a:lnTo>
                <a:lnTo>
                  <a:pt x="1082511" y="924640"/>
                </a:lnTo>
                <a:lnTo>
                  <a:pt x="927199" y="924640"/>
                </a:lnTo>
                <a:lnTo>
                  <a:pt x="816016" y="1407829"/>
                </a:lnTo>
                <a:lnTo>
                  <a:pt x="704822" y="924640"/>
                </a:lnTo>
                <a:close/>
                <a:moveTo>
                  <a:pt x="4596566" y="910947"/>
                </a:moveTo>
                <a:cubicBezTo>
                  <a:pt x="4508398" y="910947"/>
                  <a:pt x="4436919" y="933879"/>
                  <a:pt x="4382128" y="979743"/>
                </a:cubicBezTo>
                <a:cubicBezTo>
                  <a:pt x="4327338" y="1025607"/>
                  <a:pt x="4299942" y="1086248"/>
                  <a:pt x="4299942" y="1161667"/>
                </a:cubicBezTo>
                <a:cubicBezTo>
                  <a:pt x="4299942" y="1293870"/>
                  <a:pt x="4380815" y="1389715"/>
                  <a:pt x="4542560" y="1449203"/>
                </a:cubicBezTo>
                <a:cubicBezTo>
                  <a:pt x="4645927" y="1487415"/>
                  <a:pt x="4697611" y="1530150"/>
                  <a:pt x="4697611" y="1577409"/>
                </a:cubicBezTo>
                <a:cubicBezTo>
                  <a:pt x="4697611" y="1640704"/>
                  <a:pt x="4656315" y="1672352"/>
                  <a:pt x="4573721" y="1672352"/>
                </a:cubicBezTo>
                <a:cubicBezTo>
                  <a:pt x="4468989" y="1672352"/>
                  <a:pt x="4416624" y="1626876"/>
                  <a:pt x="4416624" y="1535923"/>
                </a:cubicBezTo>
                <a:cubicBezTo>
                  <a:pt x="4416624" y="1511937"/>
                  <a:pt x="4420806" y="1478575"/>
                  <a:pt x="4429172" y="1435836"/>
                </a:cubicBezTo>
                <a:lnTo>
                  <a:pt x="4294175" y="1462570"/>
                </a:lnTo>
                <a:cubicBezTo>
                  <a:pt x="4291670" y="1486580"/>
                  <a:pt x="4290417" y="1505190"/>
                  <a:pt x="4290417" y="1518399"/>
                </a:cubicBezTo>
                <a:cubicBezTo>
                  <a:pt x="4290417" y="1679375"/>
                  <a:pt x="4393006" y="1759863"/>
                  <a:pt x="4598185" y="1759863"/>
                </a:cubicBezTo>
                <a:cubicBezTo>
                  <a:pt x="4690427" y="1759863"/>
                  <a:pt x="4764686" y="1735889"/>
                  <a:pt x="4820962" y="1687942"/>
                </a:cubicBezTo>
                <a:cubicBezTo>
                  <a:pt x="4877237" y="1639994"/>
                  <a:pt x="4905375" y="1576501"/>
                  <a:pt x="4905375" y="1497460"/>
                </a:cubicBezTo>
                <a:cubicBezTo>
                  <a:pt x="4905375" y="1363149"/>
                  <a:pt x="4806839" y="1262114"/>
                  <a:pt x="4609765" y="1194353"/>
                </a:cubicBezTo>
                <a:cubicBezTo>
                  <a:pt x="4516326" y="1162076"/>
                  <a:pt x="4469606" y="1124730"/>
                  <a:pt x="4469606" y="1082314"/>
                </a:cubicBezTo>
                <a:cubicBezTo>
                  <a:pt x="4469606" y="1026410"/>
                  <a:pt x="4509809" y="998458"/>
                  <a:pt x="4590213" y="998458"/>
                </a:cubicBezTo>
                <a:cubicBezTo>
                  <a:pt x="4694752" y="998458"/>
                  <a:pt x="4747022" y="1040834"/>
                  <a:pt x="4747022" y="1125585"/>
                </a:cubicBezTo>
                <a:cubicBezTo>
                  <a:pt x="4747022" y="1138813"/>
                  <a:pt x="4744616" y="1160696"/>
                  <a:pt x="4739804" y="1191237"/>
                </a:cubicBezTo>
                <a:lnTo>
                  <a:pt x="4871610" y="1169304"/>
                </a:lnTo>
                <a:cubicBezTo>
                  <a:pt x="4871610" y="997066"/>
                  <a:pt x="4779929" y="910947"/>
                  <a:pt x="4596566" y="910947"/>
                </a:cubicBezTo>
                <a:close/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596905-3960-4AA2-B317-2B54DB3E240C}"/>
              </a:ext>
            </a:extLst>
          </p:cNvPr>
          <p:cNvSpPr txBox="1"/>
          <p:nvPr/>
        </p:nvSpPr>
        <p:spPr>
          <a:xfrm>
            <a:off x="347662" y="3345872"/>
            <a:ext cx="5400676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Dataset:</a:t>
            </a:r>
            <a:r>
              <a:rPr lang="en-US" dirty="0"/>
              <a:t> E-commerce Sales Dataset</a:t>
            </a:r>
            <a:br>
              <a:rPr lang="en-US" dirty="0"/>
            </a:br>
            <a:r>
              <a:rPr lang="en-US" b="1" dirty="0"/>
              <a:t>Tool Used:</a:t>
            </a:r>
            <a:r>
              <a:rPr lang="en-US" dirty="0"/>
              <a:t> Power BI  (Design-based Dashboard)</a:t>
            </a:r>
          </a:p>
          <a:p>
            <a:r>
              <a:rPr lang="en-US" b="1" dirty="0"/>
              <a:t>The dataset contains e-commerce transaction data including:</a:t>
            </a:r>
          </a:p>
          <a:p>
            <a:r>
              <a:rPr lang="en-US" sz="1600" dirty="0"/>
              <a:t>Order Date</a:t>
            </a:r>
          </a:p>
          <a:p>
            <a:r>
              <a:rPr lang="en-US" sz="1600" dirty="0"/>
              <a:t>Customer Segment</a:t>
            </a:r>
          </a:p>
          <a:p>
            <a:r>
              <a:rPr lang="en-US" sz="1600" dirty="0"/>
              <a:t>Region</a:t>
            </a:r>
          </a:p>
          <a:p>
            <a:r>
              <a:rPr lang="en-US" sz="1600" dirty="0"/>
              <a:t>Category</a:t>
            </a:r>
          </a:p>
          <a:p>
            <a:r>
              <a:rPr lang="en-US" sz="1600" dirty="0"/>
              <a:t>Sales and Profit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design an interactive dashboard that provides insights into sales performance, profitability, and customer behavior to support business decision-making.</a:t>
            </a:r>
          </a:p>
          <a:p>
            <a:endParaRPr lang="en-US" sz="1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7131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00"/>
    </mc:Choice>
    <mc:Fallback xmlns="">
      <p:transition spd="slow" advTm="256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000">
              <a:schemeClr val="bg2">
                <a:lumMod val="50000"/>
              </a:schemeClr>
            </a:gs>
            <a:gs pos="23000">
              <a:schemeClr val="bg2">
                <a:lumMod val="50000"/>
              </a:schemeClr>
            </a:gs>
            <a:gs pos="69000">
              <a:schemeClr val="tx1">
                <a:lumMod val="85000"/>
                <a:lumOff val="15000"/>
              </a:schemeClr>
            </a:gs>
            <a:gs pos="85000">
              <a:schemeClr val="tx1">
                <a:lumMod val="95000"/>
                <a:lumOff val="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28102BC4-AA40-4F0A-8ECC-C1A0CFE28A44}"/>
              </a:ext>
            </a:extLst>
          </p:cNvPr>
          <p:cNvSpPr/>
          <p:nvPr/>
        </p:nvSpPr>
        <p:spPr>
          <a:xfrm rot="10643030">
            <a:off x="-5197934" y="5753027"/>
            <a:ext cx="2938096" cy="2770401"/>
          </a:xfrm>
          <a:custGeom>
            <a:avLst/>
            <a:gdLst>
              <a:gd name="connsiteX0" fmla="*/ 1463040 w 2616487"/>
              <a:gd name="connsiteY0" fmla="*/ 0 h 2388733"/>
              <a:gd name="connsiteX1" fmla="*/ 1898103 w 2616487"/>
              <a:gd name="connsiteY1" fmla="*/ 53988 h 2388733"/>
              <a:gd name="connsiteX2" fmla="*/ 1928399 w 2616487"/>
              <a:gd name="connsiteY2" fmla="*/ 63089 h 2388733"/>
              <a:gd name="connsiteX3" fmla="*/ 2032521 w 2616487"/>
              <a:gd name="connsiteY3" fmla="*/ 94369 h 2388733"/>
              <a:gd name="connsiteX4" fmla="*/ 2393669 w 2616487"/>
              <a:gd name="connsiteY4" fmla="*/ 274217 h 2388733"/>
              <a:gd name="connsiteX5" fmla="*/ 2412796 w 2616487"/>
              <a:gd name="connsiteY5" fmla="*/ 288485 h 2388733"/>
              <a:gd name="connsiteX6" fmla="*/ 2497566 w 2616487"/>
              <a:gd name="connsiteY6" fmla="*/ 351722 h 2388733"/>
              <a:gd name="connsiteX7" fmla="*/ 2591993 w 2616487"/>
              <a:gd name="connsiteY7" fmla="*/ 437000 h 2388733"/>
              <a:gd name="connsiteX8" fmla="*/ 2616487 w 2616487"/>
              <a:gd name="connsiteY8" fmla="*/ 463885 h 2388733"/>
              <a:gd name="connsiteX9" fmla="*/ 2562380 w 2616487"/>
              <a:gd name="connsiteY9" fmla="*/ 457107 h 2388733"/>
              <a:gd name="connsiteX10" fmla="*/ 2412793 w 2616487"/>
              <a:gd name="connsiteY10" fmla="*/ 450907 h 2388733"/>
              <a:gd name="connsiteX11" fmla="*/ 2263206 w 2616487"/>
              <a:gd name="connsiteY11" fmla="*/ 457107 h 2388733"/>
              <a:gd name="connsiteX12" fmla="*/ 2209106 w 2616487"/>
              <a:gd name="connsiteY12" fmla="*/ 463884 h 2388733"/>
              <a:gd name="connsiteX13" fmla="*/ 2117939 w 2616487"/>
              <a:gd name="connsiteY13" fmla="*/ 475304 h 2388733"/>
              <a:gd name="connsiteX14" fmla="*/ 1977730 w 2616487"/>
              <a:gd name="connsiteY14" fmla="*/ 504895 h 2388733"/>
              <a:gd name="connsiteX15" fmla="*/ 1925158 w 2616487"/>
              <a:gd name="connsiteY15" fmla="*/ 520689 h 2388733"/>
              <a:gd name="connsiteX16" fmla="*/ 1843312 w 2616487"/>
              <a:gd name="connsiteY16" fmla="*/ 545276 h 2388733"/>
              <a:gd name="connsiteX17" fmla="*/ 1482164 w 2616487"/>
              <a:gd name="connsiteY17" fmla="*/ 725124 h 2388733"/>
              <a:gd name="connsiteX18" fmla="*/ 1447316 w 2616487"/>
              <a:gd name="connsiteY18" fmla="*/ 751120 h 2388733"/>
              <a:gd name="connsiteX19" fmla="*/ 1378267 w 2616487"/>
              <a:gd name="connsiteY19" fmla="*/ 802629 h 2388733"/>
              <a:gd name="connsiteX20" fmla="*/ 979477 w 2616487"/>
              <a:gd name="connsiteY20" fmla="*/ 1409748 h 2388733"/>
              <a:gd name="connsiteX21" fmla="*/ 975400 w 2616487"/>
              <a:gd name="connsiteY21" fmla="*/ 1431676 h 2388733"/>
              <a:gd name="connsiteX22" fmla="*/ 957307 w 2616487"/>
              <a:gd name="connsiteY22" fmla="*/ 1528982 h 2388733"/>
              <a:gd name="connsiteX23" fmla="*/ 949753 w 2616487"/>
              <a:gd name="connsiteY23" fmla="*/ 1651762 h 2388733"/>
              <a:gd name="connsiteX24" fmla="*/ 1199617 w 2616487"/>
              <a:gd name="connsiteY24" fmla="*/ 2323171 h 2388733"/>
              <a:gd name="connsiteX25" fmla="*/ 1259347 w 2616487"/>
              <a:gd name="connsiteY25" fmla="*/ 2388733 h 2388733"/>
              <a:gd name="connsiteX26" fmla="*/ 1168186 w 2616487"/>
              <a:gd name="connsiteY26" fmla="*/ 2377313 h 2388733"/>
              <a:gd name="connsiteX27" fmla="*/ 0 w 2616487"/>
              <a:gd name="connsiteY27" fmla="*/ 1200855 h 2388733"/>
              <a:gd name="connsiteX28" fmla="*/ 65775 w 2616487"/>
              <a:gd name="connsiteY28" fmla="*/ 843757 h 2388733"/>
              <a:gd name="connsiteX29" fmla="*/ 107258 w 2616487"/>
              <a:gd name="connsiteY29" fmla="*/ 750730 h 2388733"/>
              <a:gd name="connsiteX30" fmla="*/ 114973 w 2616487"/>
              <a:gd name="connsiteY30" fmla="*/ 733428 h 2388733"/>
              <a:gd name="connsiteX31" fmla="*/ 893559 w 2616487"/>
              <a:gd name="connsiteY31" fmla="*/ 94369 h 2388733"/>
              <a:gd name="connsiteX32" fmla="*/ 975262 w 2616487"/>
              <a:gd name="connsiteY32" fmla="*/ 69824 h 2388733"/>
              <a:gd name="connsiteX33" fmla="*/ 1027977 w 2616487"/>
              <a:gd name="connsiteY33" fmla="*/ 53988 h 2388733"/>
              <a:gd name="connsiteX34" fmla="*/ 1463040 w 2616487"/>
              <a:gd name="connsiteY34" fmla="*/ 0 h 2388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616487" h="2388733">
                <a:moveTo>
                  <a:pt x="1463040" y="0"/>
                </a:moveTo>
                <a:cubicBezTo>
                  <a:pt x="1614543" y="0"/>
                  <a:pt x="1760667" y="18902"/>
                  <a:pt x="1898103" y="53988"/>
                </a:cubicBezTo>
                <a:lnTo>
                  <a:pt x="1928399" y="63089"/>
                </a:lnTo>
                <a:lnTo>
                  <a:pt x="2032521" y="94369"/>
                </a:lnTo>
                <a:cubicBezTo>
                  <a:pt x="2163798" y="139944"/>
                  <a:pt x="2285284" y="200799"/>
                  <a:pt x="2393669" y="274217"/>
                </a:cubicBezTo>
                <a:lnTo>
                  <a:pt x="2412796" y="288485"/>
                </a:lnTo>
                <a:lnTo>
                  <a:pt x="2497566" y="351722"/>
                </a:lnTo>
                <a:cubicBezTo>
                  <a:pt x="2530661" y="378886"/>
                  <a:pt x="2562177" y="407346"/>
                  <a:pt x="2591993" y="437000"/>
                </a:cubicBezTo>
                <a:lnTo>
                  <a:pt x="2616487" y="463885"/>
                </a:lnTo>
                <a:lnTo>
                  <a:pt x="2562380" y="457107"/>
                </a:lnTo>
                <a:cubicBezTo>
                  <a:pt x="2513198" y="453007"/>
                  <a:pt x="2463294" y="450907"/>
                  <a:pt x="2412793" y="450907"/>
                </a:cubicBezTo>
                <a:cubicBezTo>
                  <a:pt x="2362292" y="450907"/>
                  <a:pt x="2312389" y="453007"/>
                  <a:pt x="2263206" y="457107"/>
                </a:cubicBezTo>
                <a:lnTo>
                  <a:pt x="2209106" y="463884"/>
                </a:lnTo>
                <a:lnTo>
                  <a:pt x="2117939" y="475304"/>
                </a:lnTo>
                <a:cubicBezTo>
                  <a:pt x="2070319" y="483302"/>
                  <a:pt x="2023542" y="493200"/>
                  <a:pt x="1977730" y="504895"/>
                </a:cubicBezTo>
                <a:lnTo>
                  <a:pt x="1925158" y="520689"/>
                </a:lnTo>
                <a:lnTo>
                  <a:pt x="1843312" y="545276"/>
                </a:lnTo>
                <a:cubicBezTo>
                  <a:pt x="1712035" y="590851"/>
                  <a:pt x="1590549" y="651706"/>
                  <a:pt x="1482164" y="725124"/>
                </a:cubicBezTo>
                <a:lnTo>
                  <a:pt x="1447316" y="751120"/>
                </a:lnTo>
                <a:lnTo>
                  <a:pt x="1378267" y="802629"/>
                </a:lnTo>
                <a:cubicBezTo>
                  <a:pt x="1179699" y="965613"/>
                  <a:pt x="1037944" y="1175230"/>
                  <a:pt x="979477" y="1409748"/>
                </a:cubicBezTo>
                <a:lnTo>
                  <a:pt x="975400" y="1431676"/>
                </a:lnTo>
                <a:lnTo>
                  <a:pt x="957307" y="1528982"/>
                </a:lnTo>
                <a:cubicBezTo>
                  <a:pt x="952312" y="1569351"/>
                  <a:pt x="949753" y="1610311"/>
                  <a:pt x="949753" y="1651762"/>
                </a:cubicBezTo>
                <a:cubicBezTo>
                  <a:pt x="949753" y="1900467"/>
                  <a:pt x="1041866" y="2131514"/>
                  <a:pt x="1199617" y="2323171"/>
                </a:cubicBezTo>
                <a:lnTo>
                  <a:pt x="1259347" y="2388733"/>
                </a:lnTo>
                <a:lnTo>
                  <a:pt x="1168186" y="2377313"/>
                </a:lnTo>
                <a:cubicBezTo>
                  <a:pt x="501503" y="2265338"/>
                  <a:pt x="0" y="1781167"/>
                  <a:pt x="0" y="1200855"/>
                </a:cubicBezTo>
                <a:cubicBezTo>
                  <a:pt x="0" y="1076503"/>
                  <a:pt x="23028" y="956565"/>
                  <a:pt x="65775" y="843757"/>
                </a:cubicBezTo>
                <a:lnTo>
                  <a:pt x="107258" y="750730"/>
                </a:lnTo>
                <a:lnTo>
                  <a:pt x="114973" y="733428"/>
                </a:lnTo>
                <a:cubicBezTo>
                  <a:pt x="263040" y="446092"/>
                  <a:pt x="543487" y="215902"/>
                  <a:pt x="893559" y="94369"/>
                </a:cubicBezTo>
                <a:lnTo>
                  <a:pt x="975262" y="69824"/>
                </a:lnTo>
                <a:lnTo>
                  <a:pt x="1027977" y="53988"/>
                </a:lnTo>
                <a:cubicBezTo>
                  <a:pt x="1165413" y="18902"/>
                  <a:pt x="1311537" y="0"/>
                  <a:pt x="1463040" y="0"/>
                </a:cubicBezTo>
                <a:close/>
              </a:path>
            </a:pathLst>
          </a:custGeom>
          <a:gradFill>
            <a:gsLst>
              <a:gs pos="46000">
                <a:schemeClr val="accent1">
                  <a:lumMod val="75000"/>
                </a:schemeClr>
              </a:gs>
              <a:gs pos="73000">
                <a:schemeClr val="accent1">
                  <a:lumMod val="60000"/>
                  <a:lumOff val="40000"/>
                </a:schemeClr>
              </a:gs>
              <a:gs pos="95000">
                <a:schemeClr val="accent1">
                  <a:lumMod val="50000"/>
                </a:schemeClr>
              </a:gs>
            </a:gsLst>
            <a:lin ang="10800000" scaled="1"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wrap="square">
            <a:noAutofit/>
          </a:bodyPr>
          <a:lstStyle/>
          <a:p>
            <a:endParaRPr lang="en-IN" dirty="0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D3528CD3-9D46-498A-9A40-5BDEA0C6EFEC}"/>
              </a:ext>
            </a:extLst>
          </p:cNvPr>
          <p:cNvSpPr/>
          <p:nvPr/>
        </p:nvSpPr>
        <p:spPr>
          <a:xfrm rot="9900841">
            <a:off x="4575418" y="8845962"/>
            <a:ext cx="2938095" cy="2770401"/>
          </a:xfrm>
          <a:custGeom>
            <a:avLst/>
            <a:gdLst>
              <a:gd name="connsiteX0" fmla="*/ 1259353 w 2616486"/>
              <a:gd name="connsiteY0" fmla="*/ 0 h 2388733"/>
              <a:gd name="connsiteX1" fmla="*/ 1199622 w 2616486"/>
              <a:gd name="connsiteY1" fmla="*/ 65562 h 2388733"/>
              <a:gd name="connsiteX2" fmla="*/ 1064731 w 2616486"/>
              <a:gd name="connsiteY2" fmla="*/ 269544 h 2388733"/>
              <a:gd name="connsiteX3" fmla="*/ 1057016 w 2616486"/>
              <a:gd name="connsiteY3" fmla="*/ 286846 h 2388733"/>
              <a:gd name="connsiteX4" fmla="*/ 1015533 w 2616486"/>
              <a:gd name="connsiteY4" fmla="*/ 379873 h 2388733"/>
              <a:gd name="connsiteX5" fmla="*/ 979482 w 2616486"/>
              <a:gd name="connsiteY5" fmla="*/ 494957 h 2388733"/>
              <a:gd name="connsiteX6" fmla="*/ 975267 w 2616486"/>
              <a:gd name="connsiteY6" fmla="*/ 517626 h 2388733"/>
              <a:gd name="connsiteX7" fmla="*/ 957312 w 2616486"/>
              <a:gd name="connsiteY7" fmla="*/ 614191 h 2388733"/>
              <a:gd name="connsiteX8" fmla="*/ 949758 w 2616486"/>
              <a:gd name="connsiteY8" fmla="*/ 736971 h 2388733"/>
              <a:gd name="connsiteX9" fmla="*/ 957312 w 2616486"/>
              <a:gd name="connsiteY9" fmla="*/ 859751 h 2388733"/>
              <a:gd name="connsiteX10" fmla="*/ 978646 w 2616486"/>
              <a:gd name="connsiteY10" fmla="*/ 974486 h 2388733"/>
              <a:gd name="connsiteX11" fmla="*/ 979482 w 2616486"/>
              <a:gd name="connsiteY11" fmla="*/ 978985 h 2388733"/>
              <a:gd name="connsiteX12" fmla="*/ 1378272 w 2616486"/>
              <a:gd name="connsiteY12" fmla="*/ 1586104 h 2388733"/>
              <a:gd name="connsiteX13" fmla="*/ 1463043 w 2616486"/>
              <a:gd name="connsiteY13" fmla="*/ 1649341 h 2388733"/>
              <a:gd name="connsiteX14" fmla="*/ 1482169 w 2616486"/>
              <a:gd name="connsiteY14" fmla="*/ 1663609 h 2388733"/>
              <a:gd name="connsiteX15" fmla="*/ 2412798 w 2616486"/>
              <a:gd name="connsiteY15" fmla="*/ 1937826 h 2388733"/>
              <a:gd name="connsiteX16" fmla="*/ 2562385 w 2616486"/>
              <a:gd name="connsiteY16" fmla="*/ 1931626 h 2388733"/>
              <a:gd name="connsiteX17" fmla="*/ 2616486 w 2616486"/>
              <a:gd name="connsiteY17" fmla="*/ 1924849 h 2388733"/>
              <a:gd name="connsiteX18" fmla="*/ 2591993 w 2616486"/>
              <a:gd name="connsiteY18" fmla="*/ 1951733 h 2388733"/>
              <a:gd name="connsiteX19" fmla="*/ 1463040 w 2616486"/>
              <a:gd name="connsiteY19" fmla="*/ 2388733 h 2388733"/>
              <a:gd name="connsiteX20" fmla="*/ 334087 w 2616486"/>
              <a:gd name="connsiteY20" fmla="*/ 1951733 h 2388733"/>
              <a:gd name="connsiteX21" fmla="*/ 309594 w 2616486"/>
              <a:gd name="connsiteY21" fmla="*/ 1924849 h 2388733"/>
              <a:gd name="connsiteX22" fmla="*/ 249864 w 2616486"/>
              <a:gd name="connsiteY22" fmla="*/ 1859287 h 2388733"/>
              <a:gd name="connsiteX23" fmla="*/ 0 w 2616486"/>
              <a:gd name="connsiteY23" fmla="*/ 1187878 h 2388733"/>
              <a:gd name="connsiteX24" fmla="*/ 7554 w 2616486"/>
              <a:gd name="connsiteY24" fmla="*/ 1065098 h 2388733"/>
              <a:gd name="connsiteX25" fmla="*/ 25647 w 2616486"/>
              <a:gd name="connsiteY25" fmla="*/ 967792 h 2388733"/>
              <a:gd name="connsiteX26" fmla="*/ 29724 w 2616486"/>
              <a:gd name="connsiteY26" fmla="*/ 945864 h 2388733"/>
              <a:gd name="connsiteX27" fmla="*/ 428514 w 2616486"/>
              <a:gd name="connsiteY27" fmla="*/ 338745 h 2388733"/>
              <a:gd name="connsiteX28" fmla="*/ 497563 w 2616486"/>
              <a:gd name="connsiteY28" fmla="*/ 287236 h 2388733"/>
              <a:gd name="connsiteX29" fmla="*/ 532411 w 2616486"/>
              <a:gd name="connsiteY29" fmla="*/ 261240 h 2388733"/>
              <a:gd name="connsiteX30" fmla="*/ 893559 w 2616486"/>
              <a:gd name="connsiteY30" fmla="*/ 81392 h 2388733"/>
              <a:gd name="connsiteX31" fmla="*/ 975405 w 2616486"/>
              <a:gd name="connsiteY31" fmla="*/ 56805 h 2388733"/>
              <a:gd name="connsiteX32" fmla="*/ 1027977 w 2616486"/>
              <a:gd name="connsiteY32" fmla="*/ 41011 h 2388733"/>
              <a:gd name="connsiteX33" fmla="*/ 1168186 w 2616486"/>
              <a:gd name="connsiteY33" fmla="*/ 11420 h 2388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616486" h="2388733">
                <a:moveTo>
                  <a:pt x="1259353" y="0"/>
                </a:moveTo>
                <a:lnTo>
                  <a:pt x="1199622" y="65562"/>
                </a:lnTo>
                <a:cubicBezTo>
                  <a:pt x="1147039" y="129448"/>
                  <a:pt x="1101748" y="197710"/>
                  <a:pt x="1064731" y="269544"/>
                </a:cubicBezTo>
                <a:lnTo>
                  <a:pt x="1057016" y="286846"/>
                </a:lnTo>
                <a:lnTo>
                  <a:pt x="1015533" y="379873"/>
                </a:lnTo>
                <a:cubicBezTo>
                  <a:pt x="1001285" y="417476"/>
                  <a:pt x="989227" y="455871"/>
                  <a:pt x="979482" y="494957"/>
                </a:cubicBezTo>
                <a:lnTo>
                  <a:pt x="975267" y="517626"/>
                </a:lnTo>
                <a:lnTo>
                  <a:pt x="957312" y="614191"/>
                </a:lnTo>
                <a:cubicBezTo>
                  <a:pt x="952317" y="654560"/>
                  <a:pt x="949758" y="695520"/>
                  <a:pt x="949758" y="736971"/>
                </a:cubicBezTo>
                <a:cubicBezTo>
                  <a:pt x="949758" y="778422"/>
                  <a:pt x="952317" y="819382"/>
                  <a:pt x="957312" y="859751"/>
                </a:cubicBezTo>
                <a:lnTo>
                  <a:pt x="978646" y="974486"/>
                </a:lnTo>
                <a:lnTo>
                  <a:pt x="979482" y="978985"/>
                </a:lnTo>
                <a:cubicBezTo>
                  <a:pt x="1037949" y="1213504"/>
                  <a:pt x="1179704" y="1423120"/>
                  <a:pt x="1378272" y="1586104"/>
                </a:cubicBezTo>
                <a:lnTo>
                  <a:pt x="1463043" y="1649341"/>
                </a:lnTo>
                <a:lnTo>
                  <a:pt x="1482169" y="1663609"/>
                </a:lnTo>
                <a:cubicBezTo>
                  <a:pt x="1735068" y="1834918"/>
                  <a:pt x="2059292" y="1937826"/>
                  <a:pt x="2412798" y="1937826"/>
                </a:cubicBezTo>
                <a:cubicBezTo>
                  <a:pt x="2463299" y="1937826"/>
                  <a:pt x="2513203" y="1935726"/>
                  <a:pt x="2562385" y="1931626"/>
                </a:cubicBezTo>
                <a:lnTo>
                  <a:pt x="2616486" y="1924849"/>
                </a:lnTo>
                <a:lnTo>
                  <a:pt x="2591993" y="1951733"/>
                </a:lnTo>
                <a:cubicBezTo>
                  <a:pt x="2323650" y="2218620"/>
                  <a:pt x="1917549" y="2388733"/>
                  <a:pt x="1463040" y="2388733"/>
                </a:cubicBezTo>
                <a:cubicBezTo>
                  <a:pt x="1008532" y="2388733"/>
                  <a:pt x="602430" y="2218620"/>
                  <a:pt x="334087" y="1951733"/>
                </a:cubicBezTo>
                <a:lnTo>
                  <a:pt x="309594" y="1924849"/>
                </a:lnTo>
                <a:lnTo>
                  <a:pt x="249864" y="1859287"/>
                </a:lnTo>
                <a:cubicBezTo>
                  <a:pt x="92113" y="1667630"/>
                  <a:pt x="0" y="1436583"/>
                  <a:pt x="0" y="1187878"/>
                </a:cubicBezTo>
                <a:cubicBezTo>
                  <a:pt x="0" y="1146427"/>
                  <a:pt x="2559" y="1105467"/>
                  <a:pt x="7554" y="1065098"/>
                </a:cubicBezTo>
                <a:lnTo>
                  <a:pt x="25647" y="967792"/>
                </a:lnTo>
                <a:lnTo>
                  <a:pt x="29724" y="945864"/>
                </a:lnTo>
                <a:cubicBezTo>
                  <a:pt x="88191" y="711346"/>
                  <a:pt x="229946" y="501729"/>
                  <a:pt x="428514" y="338745"/>
                </a:cubicBezTo>
                <a:lnTo>
                  <a:pt x="497563" y="287236"/>
                </a:lnTo>
                <a:lnTo>
                  <a:pt x="532411" y="261240"/>
                </a:lnTo>
                <a:cubicBezTo>
                  <a:pt x="640796" y="187822"/>
                  <a:pt x="762282" y="126967"/>
                  <a:pt x="893559" y="81392"/>
                </a:cubicBezTo>
                <a:lnTo>
                  <a:pt x="975405" y="56805"/>
                </a:lnTo>
                <a:lnTo>
                  <a:pt x="1027977" y="41011"/>
                </a:lnTo>
                <a:cubicBezTo>
                  <a:pt x="1073789" y="29316"/>
                  <a:pt x="1120566" y="19418"/>
                  <a:pt x="1168186" y="11420"/>
                </a:cubicBezTo>
                <a:close/>
              </a:path>
            </a:pathLst>
          </a:custGeom>
          <a:gradFill>
            <a:gsLst>
              <a:gs pos="46000">
                <a:schemeClr val="accent1">
                  <a:lumMod val="75000"/>
                </a:schemeClr>
              </a:gs>
              <a:gs pos="73000">
                <a:schemeClr val="accent1">
                  <a:lumMod val="60000"/>
                  <a:lumOff val="40000"/>
                </a:schemeClr>
              </a:gs>
              <a:gs pos="95000">
                <a:schemeClr val="accent1">
                  <a:lumMod val="50000"/>
                </a:schemeClr>
              </a:gs>
            </a:gsLst>
            <a:lin ang="10800000" scaled="1"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wrap="square">
            <a:noAutofit/>
          </a:bodyPr>
          <a:lstStyle/>
          <a:p>
            <a:endParaRPr lang="en-IN" dirty="0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343CE627-1A32-43C2-8609-3A19E769EA36}"/>
              </a:ext>
            </a:extLst>
          </p:cNvPr>
          <p:cNvSpPr/>
          <p:nvPr/>
        </p:nvSpPr>
        <p:spPr>
          <a:xfrm rot="10800000">
            <a:off x="-6062171" y="-2593491"/>
            <a:ext cx="3285743" cy="1914773"/>
          </a:xfrm>
          <a:custGeom>
            <a:avLst/>
            <a:gdLst>
              <a:gd name="connsiteX0" fmla="*/ 1463040 w 2926080"/>
              <a:gd name="connsiteY0" fmla="*/ 0 h 1650981"/>
              <a:gd name="connsiteX1" fmla="*/ 2393669 w 2926080"/>
              <a:gd name="connsiteY1" fmla="*/ 274217 h 1650981"/>
              <a:gd name="connsiteX2" fmla="*/ 2412796 w 2926080"/>
              <a:gd name="connsiteY2" fmla="*/ 288485 h 1650981"/>
              <a:gd name="connsiteX3" fmla="*/ 2497566 w 2926080"/>
              <a:gd name="connsiteY3" fmla="*/ 351722 h 1650981"/>
              <a:gd name="connsiteX4" fmla="*/ 2896356 w 2926080"/>
              <a:gd name="connsiteY4" fmla="*/ 958841 h 1650981"/>
              <a:gd name="connsiteX5" fmla="*/ 2897193 w 2926080"/>
              <a:gd name="connsiteY5" fmla="*/ 963340 h 1650981"/>
              <a:gd name="connsiteX6" fmla="*/ 2918526 w 2926080"/>
              <a:gd name="connsiteY6" fmla="*/ 1078075 h 1650981"/>
              <a:gd name="connsiteX7" fmla="*/ 2926080 w 2926080"/>
              <a:gd name="connsiteY7" fmla="*/ 1200855 h 1650981"/>
              <a:gd name="connsiteX8" fmla="*/ 2918526 w 2926080"/>
              <a:gd name="connsiteY8" fmla="*/ 1323635 h 1650981"/>
              <a:gd name="connsiteX9" fmla="*/ 2900433 w 2926080"/>
              <a:gd name="connsiteY9" fmla="*/ 1420941 h 1650981"/>
              <a:gd name="connsiteX10" fmla="*/ 2896356 w 2926080"/>
              <a:gd name="connsiteY10" fmla="*/ 1442869 h 1650981"/>
              <a:gd name="connsiteX11" fmla="*/ 2860305 w 2926080"/>
              <a:gd name="connsiteY11" fmla="*/ 1557953 h 1650981"/>
              <a:gd name="connsiteX12" fmla="*/ 2818822 w 2926080"/>
              <a:gd name="connsiteY12" fmla="*/ 1650981 h 1650981"/>
              <a:gd name="connsiteX13" fmla="*/ 2811107 w 2926080"/>
              <a:gd name="connsiteY13" fmla="*/ 1633679 h 1650981"/>
              <a:gd name="connsiteX14" fmla="*/ 2676216 w 2926080"/>
              <a:gd name="connsiteY14" fmla="*/ 1429697 h 1650981"/>
              <a:gd name="connsiteX15" fmla="*/ 2616487 w 2926080"/>
              <a:gd name="connsiteY15" fmla="*/ 1364136 h 1650981"/>
              <a:gd name="connsiteX16" fmla="*/ 2591993 w 2926080"/>
              <a:gd name="connsiteY16" fmla="*/ 1337251 h 1650981"/>
              <a:gd name="connsiteX17" fmla="*/ 2497566 w 2926080"/>
              <a:gd name="connsiteY17" fmla="*/ 1251973 h 1650981"/>
              <a:gd name="connsiteX18" fmla="*/ 2412796 w 2926080"/>
              <a:gd name="connsiteY18" fmla="*/ 1188736 h 1650981"/>
              <a:gd name="connsiteX19" fmla="*/ 2393669 w 2926080"/>
              <a:gd name="connsiteY19" fmla="*/ 1174468 h 1650981"/>
              <a:gd name="connsiteX20" fmla="*/ 2032521 w 2926080"/>
              <a:gd name="connsiteY20" fmla="*/ 994620 h 1650981"/>
              <a:gd name="connsiteX21" fmla="*/ 1928399 w 2926080"/>
              <a:gd name="connsiteY21" fmla="*/ 963340 h 1650981"/>
              <a:gd name="connsiteX22" fmla="*/ 1898103 w 2926080"/>
              <a:gd name="connsiteY22" fmla="*/ 954239 h 1650981"/>
              <a:gd name="connsiteX23" fmla="*/ 1463040 w 2926080"/>
              <a:gd name="connsiteY23" fmla="*/ 900251 h 1650981"/>
              <a:gd name="connsiteX24" fmla="*/ 1027977 w 2926080"/>
              <a:gd name="connsiteY24" fmla="*/ 954239 h 1650981"/>
              <a:gd name="connsiteX25" fmla="*/ 975262 w 2926080"/>
              <a:gd name="connsiteY25" fmla="*/ 970075 h 1650981"/>
              <a:gd name="connsiteX26" fmla="*/ 893559 w 2926080"/>
              <a:gd name="connsiteY26" fmla="*/ 994620 h 1650981"/>
              <a:gd name="connsiteX27" fmla="*/ 114973 w 2926080"/>
              <a:gd name="connsiteY27" fmla="*/ 1633679 h 1650981"/>
              <a:gd name="connsiteX28" fmla="*/ 107258 w 2926080"/>
              <a:gd name="connsiteY28" fmla="*/ 1650981 h 1650981"/>
              <a:gd name="connsiteX29" fmla="*/ 65775 w 2926080"/>
              <a:gd name="connsiteY29" fmla="*/ 1557953 h 1650981"/>
              <a:gd name="connsiteX30" fmla="*/ 0 w 2926080"/>
              <a:gd name="connsiteY30" fmla="*/ 1200855 h 1650981"/>
              <a:gd name="connsiteX31" fmla="*/ 1168186 w 2926080"/>
              <a:gd name="connsiteY31" fmla="*/ 24397 h 1650981"/>
              <a:gd name="connsiteX32" fmla="*/ 1260150 w 2926080"/>
              <a:gd name="connsiteY32" fmla="*/ 12877 h 1650981"/>
              <a:gd name="connsiteX33" fmla="*/ 1313453 w 2926080"/>
              <a:gd name="connsiteY33" fmla="*/ 6200 h 1650981"/>
              <a:gd name="connsiteX34" fmla="*/ 1463040 w 2926080"/>
              <a:gd name="connsiteY34" fmla="*/ 0 h 1650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926080" h="1650981">
                <a:moveTo>
                  <a:pt x="1463040" y="0"/>
                </a:moveTo>
                <a:cubicBezTo>
                  <a:pt x="1816547" y="0"/>
                  <a:pt x="2140770" y="102908"/>
                  <a:pt x="2393669" y="274217"/>
                </a:cubicBezTo>
                <a:lnTo>
                  <a:pt x="2412796" y="288485"/>
                </a:lnTo>
                <a:lnTo>
                  <a:pt x="2497566" y="351722"/>
                </a:lnTo>
                <a:cubicBezTo>
                  <a:pt x="2696134" y="514706"/>
                  <a:pt x="2837890" y="724323"/>
                  <a:pt x="2896356" y="958841"/>
                </a:cubicBezTo>
                <a:lnTo>
                  <a:pt x="2897193" y="963340"/>
                </a:lnTo>
                <a:lnTo>
                  <a:pt x="2918526" y="1078075"/>
                </a:lnTo>
                <a:cubicBezTo>
                  <a:pt x="2923522" y="1118444"/>
                  <a:pt x="2926080" y="1159404"/>
                  <a:pt x="2926080" y="1200855"/>
                </a:cubicBezTo>
                <a:cubicBezTo>
                  <a:pt x="2926080" y="1242306"/>
                  <a:pt x="2923522" y="1283266"/>
                  <a:pt x="2918526" y="1323635"/>
                </a:cubicBezTo>
                <a:lnTo>
                  <a:pt x="2900433" y="1420941"/>
                </a:lnTo>
                <a:lnTo>
                  <a:pt x="2896356" y="1442869"/>
                </a:lnTo>
                <a:cubicBezTo>
                  <a:pt x="2886612" y="1481956"/>
                  <a:pt x="2874554" y="1520350"/>
                  <a:pt x="2860305" y="1557953"/>
                </a:cubicBezTo>
                <a:lnTo>
                  <a:pt x="2818822" y="1650981"/>
                </a:lnTo>
                <a:lnTo>
                  <a:pt x="2811107" y="1633679"/>
                </a:lnTo>
                <a:cubicBezTo>
                  <a:pt x="2774090" y="1561845"/>
                  <a:pt x="2728800" y="1493583"/>
                  <a:pt x="2676216" y="1429697"/>
                </a:cubicBezTo>
                <a:lnTo>
                  <a:pt x="2616487" y="1364136"/>
                </a:lnTo>
                <a:lnTo>
                  <a:pt x="2591993" y="1337251"/>
                </a:lnTo>
                <a:cubicBezTo>
                  <a:pt x="2562177" y="1307597"/>
                  <a:pt x="2530661" y="1279137"/>
                  <a:pt x="2497566" y="1251973"/>
                </a:cubicBezTo>
                <a:lnTo>
                  <a:pt x="2412796" y="1188736"/>
                </a:lnTo>
                <a:lnTo>
                  <a:pt x="2393669" y="1174468"/>
                </a:lnTo>
                <a:cubicBezTo>
                  <a:pt x="2285284" y="1101050"/>
                  <a:pt x="2163798" y="1040195"/>
                  <a:pt x="2032521" y="994620"/>
                </a:cubicBezTo>
                <a:lnTo>
                  <a:pt x="1928399" y="963340"/>
                </a:lnTo>
                <a:lnTo>
                  <a:pt x="1898103" y="954239"/>
                </a:lnTo>
                <a:cubicBezTo>
                  <a:pt x="1760667" y="919153"/>
                  <a:pt x="1614543" y="900251"/>
                  <a:pt x="1463040" y="900251"/>
                </a:cubicBezTo>
                <a:cubicBezTo>
                  <a:pt x="1311537" y="900251"/>
                  <a:pt x="1165413" y="919153"/>
                  <a:pt x="1027977" y="954239"/>
                </a:cubicBezTo>
                <a:lnTo>
                  <a:pt x="975262" y="970075"/>
                </a:lnTo>
                <a:lnTo>
                  <a:pt x="893559" y="994620"/>
                </a:lnTo>
                <a:cubicBezTo>
                  <a:pt x="543487" y="1116153"/>
                  <a:pt x="263040" y="1346343"/>
                  <a:pt x="114973" y="1633679"/>
                </a:cubicBezTo>
                <a:lnTo>
                  <a:pt x="107258" y="1650981"/>
                </a:lnTo>
                <a:lnTo>
                  <a:pt x="65775" y="1557953"/>
                </a:lnTo>
                <a:cubicBezTo>
                  <a:pt x="23028" y="1445146"/>
                  <a:pt x="0" y="1325208"/>
                  <a:pt x="0" y="1200855"/>
                </a:cubicBezTo>
                <a:cubicBezTo>
                  <a:pt x="0" y="620543"/>
                  <a:pt x="501503" y="136372"/>
                  <a:pt x="1168186" y="24397"/>
                </a:cubicBezTo>
                <a:lnTo>
                  <a:pt x="1260150" y="12877"/>
                </a:lnTo>
                <a:lnTo>
                  <a:pt x="1313453" y="6200"/>
                </a:lnTo>
                <a:cubicBezTo>
                  <a:pt x="1362636" y="2100"/>
                  <a:pt x="1412539" y="0"/>
                  <a:pt x="1463040" y="0"/>
                </a:cubicBezTo>
                <a:close/>
              </a:path>
            </a:pathLst>
          </a:custGeom>
          <a:gradFill>
            <a:gsLst>
              <a:gs pos="46000">
                <a:schemeClr val="accent1">
                  <a:lumMod val="75000"/>
                </a:schemeClr>
              </a:gs>
              <a:gs pos="73000">
                <a:schemeClr val="accent1">
                  <a:lumMod val="60000"/>
                  <a:lumOff val="40000"/>
                </a:schemeClr>
              </a:gs>
              <a:gs pos="95000">
                <a:schemeClr val="accent1">
                  <a:lumMod val="50000"/>
                </a:schemeClr>
              </a:gs>
            </a:gsLst>
            <a:lin ang="10800000" scaled="1"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891CDF37-BA37-4D69-AEC0-0F985388C561}"/>
              </a:ext>
            </a:extLst>
          </p:cNvPr>
          <p:cNvSpPr/>
          <p:nvPr/>
        </p:nvSpPr>
        <p:spPr>
          <a:xfrm rot="9135237">
            <a:off x="13909069" y="6420056"/>
            <a:ext cx="3285743" cy="1914772"/>
          </a:xfrm>
          <a:custGeom>
            <a:avLst/>
            <a:gdLst>
              <a:gd name="connsiteX0" fmla="*/ 107258 w 2926080"/>
              <a:gd name="connsiteY0" fmla="*/ 0 h 1650980"/>
              <a:gd name="connsiteX1" fmla="*/ 114973 w 2926080"/>
              <a:gd name="connsiteY1" fmla="*/ 17301 h 1650980"/>
              <a:gd name="connsiteX2" fmla="*/ 249864 w 2926080"/>
              <a:gd name="connsiteY2" fmla="*/ 221283 h 1650980"/>
              <a:gd name="connsiteX3" fmla="*/ 310398 w 2926080"/>
              <a:gd name="connsiteY3" fmla="*/ 287727 h 1650980"/>
              <a:gd name="connsiteX4" fmla="*/ 334087 w 2926080"/>
              <a:gd name="connsiteY4" fmla="*/ 313729 h 1650980"/>
              <a:gd name="connsiteX5" fmla="*/ 428514 w 2926080"/>
              <a:gd name="connsiteY5" fmla="*/ 399007 h 1650980"/>
              <a:gd name="connsiteX6" fmla="*/ 513285 w 2926080"/>
              <a:gd name="connsiteY6" fmla="*/ 462244 h 1650980"/>
              <a:gd name="connsiteX7" fmla="*/ 532411 w 2926080"/>
              <a:gd name="connsiteY7" fmla="*/ 476512 h 1650980"/>
              <a:gd name="connsiteX8" fmla="*/ 893559 w 2926080"/>
              <a:gd name="connsiteY8" fmla="*/ 656360 h 1650980"/>
              <a:gd name="connsiteX9" fmla="*/ 997682 w 2926080"/>
              <a:gd name="connsiteY9" fmla="*/ 687640 h 1650980"/>
              <a:gd name="connsiteX10" fmla="*/ 1027977 w 2926080"/>
              <a:gd name="connsiteY10" fmla="*/ 696741 h 1650980"/>
              <a:gd name="connsiteX11" fmla="*/ 1463040 w 2926080"/>
              <a:gd name="connsiteY11" fmla="*/ 750729 h 1650980"/>
              <a:gd name="connsiteX12" fmla="*/ 1898103 w 2926080"/>
              <a:gd name="connsiteY12" fmla="*/ 696741 h 1650980"/>
              <a:gd name="connsiteX13" fmla="*/ 1950676 w 2926080"/>
              <a:gd name="connsiteY13" fmla="*/ 680948 h 1650980"/>
              <a:gd name="connsiteX14" fmla="*/ 2032521 w 2926080"/>
              <a:gd name="connsiteY14" fmla="*/ 656360 h 1650980"/>
              <a:gd name="connsiteX15" fmla="*/ 2811107 w 2926080"/>
              <a:gd name="connsiteY15" fmla="*/ 17301 h 1650980"/>
              <a:gd name="connsiteX16" fmla="*/ 2818822 w 2926080"/>
              <a:gd name="connsiteY16" fmla="*/ 0 h 1650980"/>
              <a:gd name="connsiteX17" fmla="*/ 2860305 w 2926080"/>
              <a:gd name="connsiteY17" fmla="*/ 93027 h 1650980"/>
              <a:gd name="connsiteX18" fmla="*/ 2926080 w 2926080"/>
              <a:gd name="connsiteY18" fmla="*/ 450125 h 1650980"/>
              <a:gd name="connsiteX19" fmla="*/ 1757894 w 2926080"/>
              <a:gd name="connsiteY19" fmla="*/ 1626583 h 1650980"/>
              <a:gd name="connsiteX20" fmla="*/ 1666728 w 2926080"/>
              <a:gd name="connsiteY20" fmla="*/ 1638003 h 1650980"/>
              <a:gd name="connsiteX21" fmla="*/ 1612627 w 2926080"/>
              <a:gd name="connsiteY21" fmla="*/ 1644780 h 1650980"/>
              <a:gd name="connsiteX22" fmla="*/ 1463040 w 2926080"/>
              <a:gd name="connsiteY22" fmla="*/ 1650980 h 1650980"/>
              <a:gd name="connsiteX23" fmla="*/ 532411 w 2926080"/>
              <a:gd name="connsiteY23" fmla="*/ 1376763 h 1650980"/>
              <a:gd name="connsiteX24" fmla="*/ 513285 w 2926080"/>
              <a:gd name="connsiteY24" fmla="*/ 1362495 h 1650980"/>
              <a:gd name="connsiteX25" fmla="*/ 428514 w 2926080"/>
              <a:gd name="connsiteY25" fmla="*/ 1299258 h 1650980"/>
              <a:gd name="connsiteX26" fmla="*/ 29724 w 2926080"/>
              <a:gd name="connsiteY26" fmla="*/ 692139 h 1650980"/>
              <a:gd name="connsiteX27" fmla="*/ 28888 w 2926080"/>
              <a:gd name="connsiteY27" fmla="*/ 687640 h 1650980"/>
              <a:gd name="connsiteX28" fmla="*/ 7554 w 2926080"/>
              <a:gd name="connsiteY28" fmla="*/ 572905 h 1650980"/>
              <a:gd name="connsiteX29" fmla="*/ 0 w 2926080"/>
              <a:gd name="connsiteY29" fmla="*/ 450125 h 1650980"/>
              <a:gd name="connsiteX30" fmla="*/ 7554 w 2926080"/>
              <a:gd name="connsiteY30" fmla="*/ 327345 h 1650980"/>
              <a:gd name="connsiteX31" fmla="*/ 25509 w 2926080"/>
              <a:gd name="connsiteY31" fmla="*/ 230780 h 1650980"/>
              <a:gd name="connsiteX32" fmla="*/ 29724 w 2926080"/>
              <a:gd name="connsiteY32" fmla="*/ 208111 h 1650980"/>
              <a:gd name="connsiteX33" fmla="*/ 65775 w 2926080"/>
              <a:gd name="connsiteY33" fmla="*/ 93027 h 165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926080" h="1650980">
                <a:moveTo>
                  <a:pt x="107258" y="0"/>
                </a:moveTo>
                <a:lnTo>
                  <a:pt x="114973" y="17301"/>
                </a:lnTo>
                <a:cubicBezTo>
                  <a:pt x="151990" y="89135"/>
                  <a:pt x="197281" y="157398"/>
                  <a:pt x="249864" y="221283"/>
                </a:cubicBezTo>
                <a:lnTo>
                  <a:pt x="310398" y="287727"/>
                </a:lnTo>
                <a:lnTo>
                  <a:pt x="334087" y="313729"/>
                </a:lnTo>
                <a:cubicBezTo>
                  <a:pt x="363903" y="343384"/>
                  <a:pt x="395420" y="371843"/>
                  <a:pt x="428514" y="399007"/>
                </a:cubicBezTo>
                <a:lnTo>
                  <a:pt x="513285" y="462244"/>
                </a:lnTo>
                <a:lnTo>
                  <a:pt x="532411" y="476512"/>
                </a:lnTo>
                <a:cubicBezTo>
                  <a:pt x="640796" y="549930"/>
                  <a:pt x="762282" y="610785"/>
                  <a:pt x="893559" y="656360"/>
                </a:cubicBezTo>
                <a:lnTo>
                  <a:pt x="997682" y="687640"/>
                </a:lnTo>
                <a:lnTo>
                  <a:pt x="1027977" y="696741"/>
                </a:lnTo>
                <a:cubicBezTo>
                  <a:pt x="1165413" y="731828"/>
                  <a:pt x="1311537" y="750729"/>
                  <a:pt x="1463040" y="750729"/>
                </a:cubicBezTo>
                <a:cubicBezTo>
                  <a:pt x="1614543" y="750729"/>
                  <a:pt x="1760667" y="731828"/>
                  <a:pt x="1898103" y="696741"/>
                </a:cubicBezTo>
                <a:lnTo>
                  <a:pt x="1950676" y="680948"/>
                </a:lnTo>
                <a:lnTo>
                  <a:pt x="2032521" y="656360"/>
                </a:lnTo>
                <a:cubicBezTo>
                  <a:pt x="2382593" y="534827"/>
                  <a:pt x="2663040" y="304638"/>
                  <a:pt x="2811107" y="17301"/>
                </a:cubicBezTo>
                <a:lnTo>
                  <a:pt x="2818822" y="0"/>
                </a:lnTo>
                <a:lnTo>
                  <a:pt x="2860305" y="93027"/>
                </a:lnTo>
                <a:cubicBezTo>
                  <a:pt x="2903052" y="205835"/>
                  <a:pt x="2926080" y="325773"/>
                  <a:pt x="2926080" y="450125"/>
                </a:cubicBezTo>
                <a:cubicBezTo>
                  <a:pt x="2926080" y="1030437"/>
                  <a:pt x="2424577" y="1514608"/>
                  <a:pt x="1757894" y="1626583"/>
                </a:cubicBezTo>
                <a:lnTo>
                  <a:pt x="1666728" y="1638003"/>
                </a:lnTo>
                <a:lnTo>
                  <a:pt x="1612627" y="1644780"/>
                </a:lnTo>
                <a:cubicBezTo>
                  <a:pt x="1563445" y="1648880"/>
                  <a:pt x="1513541" y="1650980"/>
                  <a:pt x="1463040" y="1650980"/>
                </a:cubicBezTo>
                <a:cubicBezTo>
                  <a:pt x="1109534" y="1650980"/>
                  <a:pt x="785310" y="1548072"/>
                  <a:pt x="532411" y="1376763"/>
                </a:cubicBezTo>
                <a:lnTo>
                  <a:pt x="513285" y="1362495"/>
                </a:lnTo>
                <a:lnTo>
                  <a:pt x="428514" y="1299258"/>
                </a:lnTo>
                <a:cubicBezTo>
                  <a:pt x="229946" y="1136274"/>
                  <a:pt x="88191" y="926658"/>
                  <a:pt x="29724" y="692139"/>
                </a:cubicBezTo>
                <a:lnTo>
                  <a:pt x="28888" y="687640"/>
                </a:lnTo>
                <a:lnTo>
                  <a:pt x="7554" y="572905"/>
                </a:lnTo>
                <a:cubicBezTo>
                  <a:pt x="2559" y="532536"/>
                  <a:pt x="0" y="491576"/>
                  <a:pt x="0" y="450125"/>
                </a:cubicBezTo>
                <a:cubicBezTo>
                  <a:pt x="0" y="408674"/>
                  <a:pt x="2559" y="367714"/>
                  <a:pt x="7554" y="327345"/>
                </a:cubicBezTo>
                <a:lnTo>
                  <a:pt x="25509" y="230780"/>
                </a:lnTo>
                <a:lnTo>
                  <a:pt x="29724" y="208111"/>
                </a:lnTo>
                <a:cubicBezTo>
                  <a:pt x="39469" y="169025"/>
                  <a:pt x="51527" y="130630"/>
                  <a:pt x="65775" y="93027"/>
                </a:cubicBezTo>
                <a:close/>
              </a:path>
            </a:pathLst>
          </a:custGeom>
          <a:gradFill>
            <a:gsLst>
              <a:gs pos="46000">
                <a:schemeClr val="accent1">
                  <a:lumMod val="75000"/>
                </a:schemeClr>
              </a:gs>
              <a:gs pos="73000">
                <a:schemeClr val="accent1">
                  <a:lumMod val="60000"/>
                  <a:lumOff val="40000"/>
                </a:schemeClr>
              </a:gs>
              <a:gs pos="95000">
                <a:schemeClr val="accent1">
                  <a:lumMod val="50000"/>
                </a:schemeClr>
              </a:gs>
            </a:gsLst>
            <a:lin ang="10800000" scaled="1"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wrap="square">
            <a:noAutofit/>
          </a:bodyPr>
          <a:lstStyle/>
          <a:p>
            <a:endParaRPr lang="en-IN" dirty="0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C9E91AC0-221A-48E2-94AE-B0DE42A639AD}"/>
              </a:ext>
            </a:extLst>
          </p:cNvPr>
          <p:cNvSpPr/>
          <p:nvPr/>
        </p:nvSpPr>
        <p:spPr>
          <a:xfrm rot="14372675">
            <a:off x="4051024" y="-5913150"/>
            <a:ext cx="2937193" cy="2771540"/>
          </a:xfrm>
          <a:custGeom>
            <a:avLst/>
            <a:gdLst>
              <a:gd name="connsiteX0" fmla="*/ 1152643 w 2615683"/>
              <a:gd name="connsiteY0" fmla="*/ 0 h 2388833"/>
              <a:gd name="connsiteX1" fmla="*/ 2281596 w 2615683"/>
              <a:gd name="connsiteY1" fmla="*/ 437000 h 2388833"/>
              <a:gd name="connsiteX2" fmla="*/ 2305286 w 2615683"/>
              <a:gd name="connsiteY2" fmla="*/ 463002 h 2388833"/>
              <a:gd name="connsiteX3" fmla="*/ 2365819 w 2615683"/>
              <a:gd name="connsiteY3" fmla="*/ 529446 h 2388833"/>
              <a:gd name="connsiteX4" fmla="*/ 2615683 w 2615683"/>
              <a:gd name="connsiteY4" fmla="*/ 1200855 h 2388833"/>
              <a:gd name="connsiteX5" fmla="*/ 2608129 w 2615683"/>
              <a:gd name="connsiteY5" fmla="*/ 1323635 h 2388833"/>
              <a:gd name="connsiteX6" fmla="*/ 2590174 w 2615683"/>
              <a:gd name="connsiteY6" fmla="*/ 1420200 h 2388833"/>
              <a:gd name="connsiteX7" fmla="*/ 2585959 w 2615683"/>
              <a:gd name="connsiteY7" fmla="*/ 1442869 h 2388833"/>
              <a:gd name="connsiteX8" fmla="*/ 2187169 w 2615683"/>
              <a:gd name="connsiteY8" fmla="*/ 2049988 h 2388833"/>
              <a:gd name="connsiteX9" fmla="*/ 2118120 w 2615683"/>
              <a:gd name="connsiteY9" fmla="*/ 2101497 h 2388833"/>
              <a:gd name="connsiteX10" fmla="*/ 2083272 w 2615683"/>
              <a:gd name="connsiteY10" fmla="*/ 2127493 h 2388833"/>
              <a:gd name="connsiteX11" fmla="*/ 1722124 w 2615683"/>
              <a:gd name="connsiteY11" fmla="*/ 2307341 h 2388833"/>
              <a:gd name="connsiteX12" fmla="*/ 1640421 w 2615683"/>
              <a:gd name="connsiteY12" fmla="*/ 2331886 h 2388833"/>
              <a:gd name="connsiteX13" fmla="*/ 1587706 w 2615683"/>
              <a:gd name="connsiteY13" fmla="*/ 2347722 h 2388833"/>
              <a:gd name="connsiteX14" fmla="*/ 1447497 w 2615683"/>
              <a:gd name="connsiteY14" fmla="*/ 2377313 h 2388833"/>
              <a:gd name="connsiteX15" fmla="*/ 1355533 w 2615683"/>
              <a:gd name="connsiteY15" fmla="*/ 2388833 h 2388833"/>
              <a:gd name="connsiteX16" fmla="*/ 1416066 w 2615683"/>
              <a:gd name="connsiteY16" fmla="*/ 2322390 h 2388833"/>
              <a:gd name="connsiteX17" fmla="*/ 1550957 w 2615683"/>
              <a:gd name="connsiteY17" fmla="*/ 2118408 h 2388833"/>
              <a:gd name="connsiteX18" fmla="*/ 1558672 w 2615683"/>
              <a:gd name="connsiteY18" fmla="*/ 2101107 h 2388833"/>
              <a:gd name="connsiteX19" fmla="*/ 1600155 w 2615683"/>
              <a:gd name="connsiteY19" fmla="*/ 2008079 h 2388833"/>
              <a:gd name="connsiteX20" fmla="*/ 1636206 w 2615683"/>
              <a:gd name="connsiteY20" fmla="*/ 1892995 h 2388833"/>
              <a:gd name="connsiteX21" fmla="*/ 1640283 w 2615683"/>
              <a:gd name="connsiteY21" fmla="*/ 1871067 h 2388833"/>
              <a:gd name="connsiteX22" fmla="*/ 1658376 w 2615683"/>
              <a:gd name="connsiteY22" fmla="*/ 1773761 h 2388833"/>
              <a:gd name="connsiteX23" fmla="*/ 1665930 w 2615683"/>
              <a:gd name="connsiteY23" fmla="*/ 1650981 h 2388833"/>
              <a:gd name="connsiteX24" fmla="*/ 1658376 w 2615683"/>
              <a:gd name="connsiteY24" fmla="*/ 1528201 h 2388833"/>
              <a:gd name="connsiteX25" fmla="*/ 1637043 w 2615683"/>
              <a:gd name="connsiteY25" fmla="*/ 1413466 h 2388833"/>
              <a:gd name="connsiteX26" fmla="*/ 1636206 w 2615683"/>
              <a:gd name="connsiteY26" fmla="*/ 1408967 h 2388833"/>
              <a:gd name="connsiteX27" fmla="*/ 1237416 w 2615683"/>
              <a:gd name="connsiteY27" fmla="*/ 801848 h 2388833"/>
              <a:gd name="connsiteX28" fmla="*/ 1152646 w 2615683"/>
              <a:gd name="connsiteY28" fmla="*/ 738611 h 2388833"/>
              <a:gd name="connsiteX29" fmla="*/ 1133519 w 2615683"/>
              <a:gd name="connsiteY29" fmla="*/ 724343 h 2388833"/>
              <a:gd name="connsiteX30" fmla="*/ 202890 w 2615683"/>
              <a:gd name="connsiteY30" fmla="*/ 450126 h 2388833"/>
              <a:gd name="connsiteX31" fmla="*/ 53303 w 2615683"/>
              <a:gd name="connsiteY31" fmla="*/ 456326 h 2388833"/>
              <a:gd name="connsiteX32" fmla="*/ 0 w 2615683"/>
              <a:gd name="connsiteY32" fmla="*/ 463003 h 2388833"/>
              <a:gd name="connsiteX33" fmla="*/ 23690 w 2615683"/>
              <a:gd name="connsiteY33" fmla="*/ 437000 h 2388833"/>
              <a:gd name="connsiteX34" fmla="*/ 1152643 w 2615683"/>
              <a:gd name="connsiteY34" fmla="*/ 0 h 2388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615683" h="2388833">
                <a:moveTo>
                  <a:pt x="1152643" y="0"/>
                </a:moveTo>
                <a:cubicBezTo>
                  <a:pt x="1607152" y="0"/>
                  <a:pt x="2013253" y="170113"/>
                  <a:pt x="2281596" y="437000"/>
                </a:cubicBezTo>
                <a:lnTo>
                  <a:pt x="2305286" y="463002"/>
                </a:lnTo>
                <a:lnTo>
                  <a:pt x="2365819" y="529446"/>
                </a:lnTo>
                <a:cubicBezTo>
                  <a:pt x="2523570" y="721103"/>
                  <a:pt x="2615683" y="952150"/>
                  <a:pt x="2615683" y="1200855"/>
                </a:cubicBezTo>
                <a:cubicBezTo>
                  <a:pt x="2615683" y="1242306"/>
                  <a:pt x="2613125" y="1283266"/>
                  <a:pt x="2608129" y="1323635"/>
                </a:cubicBezTo>
                <a:lnTo>
                  <a:pt x="2590174" y="1420200"/>
                </a:lnTo>
                <a:lnTo>
                  <a:pt x="2585959" y="1442869"/>
                </a:lnTo>
                <a:cubicBezTo>
                  <a:pt x="2527493" y="1677388"/>
                  <a:pt x="2385737" y="1887004"/>
                  <a:pt x="2187169" y="2049988"/>
                </a:cubicBezTo>
                <a:lnTo>
                  <a:pt x="2118120" y="2101497"/>
                </a:lnTo>
                <a:lnTo>
                  <a:pt x="2083272" y="2127493"/>
                </a:lnTo>
                <a:cubicBezTo>
                  <a:pt x="1974887" y="2200911"/>
                  <a:pt x="1853401" y="2261766"/>
                  <a:pt x="1722124" y="2307341"/>
                </a:cubicBezTo>
                <a:lnTo>
                  <a:pt x="1640421" y="2331886"/>
                </a:lnTo>
                <a:lnTo>
                  <a:pt x="1587706" y="2347722"/>
                </a:lnTo>
                <a:cubicBezTo>
                  <a:pt x="1541895" y="2359418"/>
                  <a:pt x="1495117" y="2369315"/>
                  <a:pt x="1447497" y="2377313"/>
                </a:cubicBezTo>
                <a:lnTo>
                  <a:pt x="1355533" y="2388833"/>
                </a:lnTo>
                <a:lnTo>
                  <a:pt x="1416066" y="2322390"/>
                </a:lnTo>
                <a:cubicBezTo>
                  <a:pt x="1468650" y="2258505"/>
                  <a:pt x="1513940" y="2190242"/>
                  <a:pt x="1550957" y="2118408"/>
                </a:cubicBezTo>
                <a:lnTo>
                  <a:pt x="1558672" y="2101107"/>
                </a:lnTo>
                <a:lnTo>
                  <a:pt x="1600155" y="2008079"/>
                </a:lnTo>
                <a:cubicBezTo>
                  <a:pt x="1614404" y="1970476"/>
                  <a:pt x="1626462" y="1932082"/>
                  <a:pt x="1636206" y="1892995"/>
                </a:cubicBezTo>
                <a:lnTo>
                  <a:pt x="1640283" y="1871067"/>
                </a:lnTo>
                <a:lnTo>
                  <a:pt x="1658376" y="1773761"/>
                </a:lnTo>
                <a:cubicBezTo>
                  <a:pt x="1663372" y="1733392"/>
                  <a:pt x="1665930" y="1692432"/>
                  <a:pt x="1665930" y="1650981"/>
                </a:cubicBezTo>
                <a:cubicBezTo>
                  <a:pt x="1665930" y="1609530"/>
                  <a:pt x="1663372" y="1568570"/>
                  <a:pt x="1658376" y="1528201"/>
                </a:cubicBezTo>
                <a:lnTo>
                  <a:pt x="1637043" y="1413466"/>
                </a:lnTo>
                <a:lnTo>
                  <a:pt x="1636206" y="1408967"/>
                </a:lnTo>
                <a:cubicBezTo>
                  <a:pt x="1577740" y="1174449"/>
                  <a:pt x="1435984" y="964832"/>
                  <a:pt x="1237416" y="801848"/>
                </a:cubicBezTo>
                <a:lnTo>
                  <a:pt x="1152646" y="738611"/>
                </a:lnTo>
                <a:lnTo>
                  <a:pt x="1133519" y="724343"/>
                </a:lnTo>
                <a:cubicBezTo>
                  <a:pt x="880620" y="553034"/>
                  <a:pt x="556397" y="450126"/>
                  <a:pt x="202890" y="450126"/>
                </a:cubicBezTo>
                <a:cubicBezTo>
                  <a:pt x="152389" y="450126"/>
                  <a:pt x="102486" y="452226"/>
                  <a:pt x="53303" y="456326"/>
                </a:cubicBezTo>
                <a:lnTo>
                  <a:pt x="0" y="463003"/>
                </a:lnTo>
                <a:lnTo>
                  <a:pt x="23690" y="437000"/>
                </a:lnTo>
                <a:cubicBezTo>
                  <a:pt x="292033" y="170113"/>
                  <a:pt x="698135" y="0"/>
                  <a:pt x="1152643" y="0"/>
                </a:cubicBezTo>
                <a:close/>
              </a:path>
            </a:pathLst>
          </a:custGeom>
          <a:gradFill>
            <a:gsLst>
              <a:gs pos="46000">
                <a:schemeClr val="accent1">
                  <a:lumMod val="75000"/>
                </a:schemeClr>
              </a:gs>
              <a:gs pos="73000">
                <a:schemeClr val="accent1">
                  <a:lumMod val="60000"/>
                  <a:lumOff val="40000"/>
                </a:schemeClr>
              </a:gs>
              <a:gs pos="95000">
                <a:schemeClr val="accent1">
                  <a:lumMod val="50000"/>
                </a:schemeClr>
              </a:gs>
            </a:gsLst>
            <a:lin ang="10800000" scaled="1"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8B9E941D-3371-43B1-89DA-0FBA84908D1D}"/>
              </a:ext>
            </a:extLst>
          </p:cNvPr>
          <p:cNvSpPr/>
          <p:nvPr/>
        </p:nvSpPr>
        <p:spPr>
          <a:xfrm rot="6971678">
            <a:off x="12712318" y="-3532438"/>
            <a:ext cx="2937192" cy="2770519"/>
          </a:xfrm>
          <a:custGeom>
            <a:avLst/>
            <a:gdLst>
              <a:gd name="connsiteX0" fmla="*/ 1355527 w 2615682"/>
              <a:gd name="connsiteY0" fmla="*/ 0 h 2388834"/>
              <a:gd name="connsiteX1" fmla="*/ 1447496 w 2615682"/>
              <a:gd name="connsiteY1" fmla="*/ 11521 h 2388834"/>
              <a:gd name="connsiteX2" fmla="*/ 2615682 w 2615682"/>
              <a:gd name="connsiteY2" fmla="*/ 1187979 h 2388834"/>
              <a:gd name="connsiteX3" fmla="*/ 2549907 w 2615682"/>
              <a:gd name="connsiteY3" fmla="*/ 1545077 h 2388834"/>
              <a:gd name="connsiteX4" fmla="*/ 2508424 w 2615682"/>
              <a:gd name="connsiteY4" fmla="*/ 1638105 h 2388834"/>
              <a:gd name="connsiteX5" fmla="*/ 2500709 w 2615682"/>
              <a:gd name="connsiteY5" fmla="*/ 1655406 h 2388834"/>
              <a:gd name="connsiteX6" fmla="*/ 1722123 w 2615682"/>
              <a:gd name="connsiteY6" fmla="*/ 2294465 h 2388834"/>
              <a:gd name="connsiteX7" fmla="*/ 1640278 w 2615682"/>
              <a:gd name="connsiteY7" fmla="*/ 2319053 h 2388834"/>
              <a:gd name="connsiteX8" fmla="*/ 1587705 w 2615682"/>
              <a:gd name="connsiteY8" fmla="*/ 2334846 h 2388834"/>
              <a:gd name="connsiteX9" fmla="*/ 1152642 w 2615682"/>
              <a:gd name="connsiteY9" fmla="*/ 2388834 h 2388834"/>
              <a:gd name="connsiteX10" fmla="*/ 717579 w 2615682"/>
              <a:gd name="connsiteY10" fmla="*/ 2334846 h 2388834"/>
              <a:gd name="connsiteX11" fmla="*/ 687284 w 2615682"/>
              <a:gd name="connsiteY11" fmla="*/ 2325745 h 2388834"/>
              <a:gd name="connsiteX12" fmla="*/ 583161 w 2615682"/>
              <a:gd name="connsiteY12" fmla="*/ 2294465 h 2388834"/>
              <a:gd name="connsiteX13" fmla="*/ 222013 w 2615682"/>
              <a:gd name="connsiteY13" fmla="*/ 2114617 h 2388834"/>
              <a:gd name="connsiteX14" fmla="*/ 202887 w 2615682"/>
              <a:gd name="connsiteY14" fmla="*/ 2100349 h 2388834"/>
              <a:gd name="connsiteX15" fmla="*/ 118116 w 2615682"/>
              <a:gd name="connsiteY15" fmla="*/ 2037112 h 2388834"/>
              <a:gd name="connsiteX16" fmla="*/ 23689 w 2615682"/>
              <a:gd name="connsiteY16" fmla="*/ 1951834 h 2388834"/>
              <a:gd name="connsiteX17" fmla="*/ 0 w 2615682"/>
              <a:gd name="connsiteY17" fmla="*/ 1925832 h 2388834"/>
              <a:gd name="connsiteX18" fmla="*/ 53297 w 2615682"/>
              <a:gd name="connsiteY18" fmla="*/ 1932508 h 2388834"/>
              <a:gd name="connsiteX19" fmla="*/ 202884 w 2615682"/>
              <a:gd name="connsiteY19" fmla="*/ 1938708 h 2388834"/>
              <a:gd name="connsiteX20" fmla="*/ 352471 w 2615682"/>
              <a:gd name="connsiteY20" fmla="*/ 1932508 h 2388834"/>
              <a:gd name="connsiteX21" fmla="*/ 405774 w 2615682"/>
              <a:gd name="connsiteY21" fmla="*/ 1925831 h 2388834"/>
              <a:gd name="connsiteX22" fmla="*/ 497738 w 2615682"/>
              <a:gd name="connsiteY22" fmla="*/ 1914311 h 2388834"/>
              <a:gd name="connsiteX23" fmla="*/ 637947 w 2615682"/>
              <a:gd name="connsiteY23" fmla="*/ 1884720 h 2388834"/>
              <a:gd name="connsiteX24" fmla="*/ 690662 w 2615682"/>
              <a:gd name="connsiteY24" fmla="*/ 1868884 h 2388834"/>
              <a:gd name="connsiteX25" fmla="*/ 772365 w 2615682"/>
              <a:gd name="connsiteY25" fmla="*/ 1844339 h 2388834"/>
              <a:gd name="connsiteX26" fmla="*/ 1133513 w 2615682"/>
              <a:gd name="connsiteY26" fmla="*/ 1664491 h 2388834"/>
              <a:gd name="connsiteX27" fmla="*/ 1168361 w 2615682"/>
              <a:gd name="connsiteY27" fmla="*/ 1638495 h 2388834"/>
              <a:gd name="connsiteX28" fmla="*/ 1237410 w 2615682"/>
              <a:gd name="connsiteY28" fmla="*/ 1586986 h 2388834"/>
              <a:gd name="connsiteX29" fmla="*/ 1636200 w 2615682"/>
              <a:gd name="connsiteY29" fmla="*/ 979867 h 2388834"/>
              <a:gd name="connsiteX30" fmla="*/ 1640415 w 2615682"/>
              <a:gd name="connsiteY30" fmla="*/ 957198 h 2388834"/>
              <a:gd name="connsiteX31" fmla="*/ 1658370 w 2615682"/>
              <a:gd name="connsiteY31" fmla="*/ 860633 h 2388834"/>
              <a:gd name="connsiteX32" fmla="*/ 1665924 w 2615682"/>
              <a:gd name="connsiteY32" fmla="*/ 737853 h 2388834"/>
              <a:gd name="connsiteX33" fmla="*/ 1416060 w 2615682"/>
              <a:gd name="connsiteY33" fmla="*/ 66444 h 23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615682" h="2388834">
                <a:moveTo>
                  <a:pt x="1355527" y="0"/>
                </a:moveTo>
                <a:lnTo>
                  <a:pt x="1447496" y="11521"/>
                </a:lnTo>
                <a:cubicBezTo>
                  <a:pt x="2114179" y="123496"/>
                  <a:pt x="2615682" y="607667"/>
                  <a:pt x="2615682" y="1187979"/>
                </a:cubicBezTo>
                <a:cubicBezTo>
                  <a:pt x="2615682" y="1312332"/>
                  <a:pt x="2592654" y="1432270"/>
                  <a:pt x="2549907" y="1545077"/>
                </a:cubicBezTo>
                <a:lnTo>
                  <a:pt x="2508424" y="1638105"/>
                </a:lnTo>
                <a:lnTo>
                  <a:pt x="2500709" y="1655406"/>
                </a:lnTo>
                <a:cubicBezTo>
                  <a:pt x="2352642" y="1942743"/>
                  <a:pt x="2072195" y="2172932"/>
                  <a:pt x="1722123" y="2294465"/>
                </a:cubicBezTo>
                <a:lnTo>
                  <a:pt x="1640278" y="2319053"/>
                </a:lnTo>
                <a:lnTo>
                  <a:pt x="1587705" y="2334846"/>
                </a:lnTo>
                <a:cubicBezTo>
                  <a:pt x="1450269" y="2369933"/>
                  <a:pt x="1304145" y="2388834"/>
                  <a:pt x="1152642" y="2388834"/>
                </a:cubicBezTo>
                <a:cubicBezTo>
                  <a:pt x="1001139" y="2388834"/>
                  <a:pt x="855015" y="2369933"/>
                  <a:pt x="717579" y="2334846"/>
                </a:cubicBezTo>
                <a:lnTo>
                  <a:pt x="687284" y="2325745"/>
                </a:lnTo>
                <a:lnTo>
                  <a:pt x="583161" y="2294465"/>
                </a:lnTo>
                <a:cubicBezTo>
                  <a:pt x="451884" y="2248890"/>
                  <a:pt x="330398" y="2188035"/>
                  <a:pt x="222013" y="2114617"/>
                </a:cubicBezTo>
                <a:lnTo>
                  <a:pt x="202887" y="2100349"/>
                </a:lnTo>
                <a:lnTo>
                  <a:pt x="118116" y="2037112"/>
                </a:lnTo>
                <a:cubicBezTo>
                  <a:pt x="85022" y="2009948"/>
                  <a:pt x="53505" y="1981489"/>
                  <a:pt x="23689" y="1951834"/>
                </a:cubicBezTo>
                <a:lnTo>
                  <a:pt x="0" y="1925832"/>
                </a:lnTo>
                <a:lnTo>
                  <a:pt x="53297" y="1932508"/>
                </a:lnTo>
                <a:cubicBezTo>
                  <a:pt x="102480" y="1936608"/>
                  <a:pt x="152383" y="1938708"/>
                  <a:pt x="202884" y="1938708"/>
                </a:cubicBezTo>
                <a:cubicBezTo>
                  <a:pt x="253385" y="1938708"/>
                  <a:pt x="303289" y="1936608"/>
                  <a:pt x="352471" y="1932508"/>
                </a:cubicBezTo>
                <a:lnTo>
                  <a:pt x="405774" y="1925831"/>
                </a:lnTo>
                <a:lnTo>
                  <a:pt x="497738" y="1914311"/>
                </a:lnTo>
                <a:cubicBezTo>
                  <a:pt x="545358" y="1906313"/>
                  <a:pt x="592136" y="1896416"/>
                  <a:pt x="637947" y="1884720"/>
                </a:cubicBezTo>
                <a:lnTo>
                  <a:pt x="690662" y="1868884"/>
                </a:lnTo>
                <a:lnTo>
                  <a:pt x="772365" y="1844339"/>
                </a:lnTo>
                <a:cubicBezTo>
                  <a:pt x="903642" y="1798764"/>
                  <a:pt x="1025128" y="1737909"/>
                  <a:pt x="1133513" y="1664491"/>
                </a:cubicBezTo>
                <a:lnTo>
                  <a:pt x="1168361" y="1638495"/>
                </a:lnTo>
                <a:lnTo>
                  <a:pt x="1237410" y="1586986"/>
                </a:lnTo>
                <a:cubicBezTo>
                  <a:pt x="1435978" y="1424002"/>
                  <a:pt x="1577734" y="1214386"/>
                  <a:pt x="1636200" y="979867"/>
                </a:cubicBezTo>
                <a:lnTo>
                  <a:pt x="1640415" y="957198"/>
                </a:lnTo>
                <a:lnTo>
                  <a:pt x="1658370" y="860633"/>
                </a:lnTo>
                <a:cubicBezTo>
                  <a:pt x="1663366" y="820264"/>
                  <a:pt x="1665924" y="779304"/>
                  <a:pt x="1665924" y="737853"/>
                </a:cubicBezTo>
                <a:cubicBezTo>
                  <a:pt x="1665924" y="489148"/>
                  <a:pt x="1573811" y="258101"/>
                  <a:pt x="1416060" y="66444"/>
                </a:cubicBezTo>
                <a:close/>
              </a:path>
            </a:pathLst>
          </a:custGeom>
          <a:gradFill>
            <a:gsLst>
              <a:gs pos="46000">
                <a:schemeClr val="accent1">
                  <a:lumMod val="75000"/>
                </a:schemeClr>
              </a:gs>
              <a:gs pos="73000">
                <a:schemeClr val="accent1">
                  <a:lumMod val="60000"/>
                  <a:lumOff val="40000"/>
                </a:schemeClr>
              </a:gs>
              <a:gs pos="95000">
                <a:schemeClr val="accent1">
                  <a:lumMod val="50000"/>
                </a:schemeClr>
              </a:gs>
            </a:gsLst>
            <a:lin ang="10800000" scaled="1"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8720985-26C1-4FE1-905D-E6FB7F15AB81}"/>
              </a:ext>
            </a:extLst>
          </p:cNvPr>
          <p:cNvSpPr/>
          <p:nvPr/>
        </p:nvSpPr>
        <p:spPr>
          <a:xfrm>
            <a:off x="4267199" y="-464820"/>
            <a:ext cx="3657596" cy="1635403"/>
          </a:xfrm>
          <a:custGeom>
            <a:avLst/>
            <a:gdLst>
              <a:gd name="connsiteX0" fmla="*/ 0 w 676292"/>
              <a:gd name="connsiteY0" fmla="*/ 0 h 368408"/>
              <a:gd name="connsiteX1" fmla="*/ 676292 w 676292"/>
              <a:gd name="connsiteY1" fmla="*/ 0 h 368408"/>
              <a:gd name="connsiteX2" fmla="*/ 676292 w 676292"/>
              <a:gd name="connsiteY2" fmla="*/ 368408 h 368408"/>
              <a:gd name="connsiteX3" fmla="*/ 0 w 676292"/>
              <a:gd name="connsiteY3" fmla="*/ 368408 h 368408"/>
              <a:gd name="connsiteX4" fmla="*/ 0 w 676292"/>
              <a:gd name="connsiteY4" fmla="*/ 0 h 368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6292" h="368408">
                <a:moveTo>
                  <a:pt x="0" y="0"/>
                </a:moveTo>
                <a:lnTo>
                  <a:pt x="676292" y="0"/>
                </a:lnTo>
                <a:lnTo>
                  <a:pt x="676292" y="368408"/>
                </a:lnTo>
                <a:lnTo>
                  <a:pt x="0" y="36840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2600" kern="120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12036F4-23B4-4499-9398-22C056CFB80C}"/>
              </a:ext>
            </a:extLst>
          </p:cNvPr>
          <p:cNvSpPr/>
          <p:nvPr/>
        </p:nvSpPr>
        <p:spPr>
          <a:xfrm>
            <a:off x="8725815" y="1092708"/>
            <a:ext cx="3466185" cy="1791154"/>
          </a:xfrm>
          <a:custGeom>
            <a:avLst/>
            <a:gdLst>
              <a:gd name="connsiteX0" fmla="*/ 0 w 640900"/>
              <a:gd name="connsiteY0" fmla="*/ 0 h 403494"/>
              <a:gd name="connsiteX1" fmla="*/ 640900 w 640900"/>
              <a:gd name="connsiteY1" fmla="*/ 0 h 403494"/>
              <a:gd name="connsiteX2" fmla="*/ 640900 w 640900"/>
              <a:gd name="connsiteY2" fmla="*/ 403494 h 403494"/>
              <a:gd name="connsiteX3" fmla="*/ 0 w 640900"/>
              <a:gd name="connsiteY3" fmla="*/ 403494 h 403494"/>
              <a:gd name="connsiteX4" fmla="*/ 0 w 640900"/>
              <a:gd name="connsiteY4" fmla="*/ 0 h 403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0900" h="403494">
                <a:moveTo>
                  <a:pt x="0" y="0"/>
                </a:moveTo>
                <a:lnTo>
                  <a:pt x="640900" y="0"/>
                </a:lnTo>
                <a:lnTo>
                  <a:pt x="640900" y="403494"/>
                </a:lnTo>
                <a:lnTo>
                  <a:pt x="0" y="40349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2600" kern="120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4927421-A888-4F72-B3BD-6DD303E1CC34}"/>
              </a:ext>
            </a:extLst>
          </p:cNvPr>
          <p:cNvSpPr/>
          <p:nvPr/>
        </p:nvSpPr>
        <p:spPr>
          <a:xfrm>
            <a:off x="8725815" y="3763871"/>
            <a:ext cx="3466185" cy="2001421"/>
          </a:xfrm>
          <a:custGeom>
            <a:avLst/>
            <a:gdLst>
              <a:gd name="connsiteX0" fmla="*/ 0 w 640900"/>
              <a:gd name="connsiteY0" fmla="*/ 0 h 450861"/>
              <a:gd name="connsiteX1" fmla="*/ 640900 w 640900"/>
              <a:gd name="connsiteY1" fmla="*/ 0 h 450861"/>
              <a:gd name="connsiteX2" fmla="*/ 640900 w 640900"/>
              <a:gd name="connsiteY2" fmla="*/ 450861 h 450861"/>
              <a:gd name="connsiteX3" fmla="*/ 0 w 640900"/>
              <a:gd name="connsiteY3" fmla="*/ 450861 h 450861"/>
              <a:gd name="connsiteX4" fmla="*/ 0 w 640900"/>
              <a:gd name="connsiteY4" fmla="*/ 0 h 450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0900" h="450861">
                <a:moveTo>
                  <a:pt x="0" y="0"/>
                </a:moveTo>
                <a:lnTo>
                  <a:pt x="640900" y="0"/>
                </a:lnTo>
                <a:lnTo>
                  <a:pt x="640900" y="450861"/>
                </a:lnTo>
                <a:lnTo>
                  <a:pt x="0" y="450861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2600" kern="120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0A59B07-4A01-4724-B49F-C760293B2F26}"/>
              </a:ext>
            </a:extLst>
          </p:cNvPr>
          <p:cNvSpPr/>
          <p:nvPr/>
        </p:nvSpPr>
        <p:spPr>
          <a:xfrm>
            <a:off x="4267199" y="5687417"/>
            <a:ext cx="3657596" cy="1635403"/>
          </a:xfrm>
          <a:custGeom>
            <a:avLst/>
            <a:gdLst>
              <a:gd name="connsiteX0" fmla="*/ 0 w 676292"/>
              <a:gd name="connsiteY0" fmla="*/ 0 h 368408"/>
              <a:gd name="connsiteX1" fmla="*/ 676292 w 676292"/>
              <a:gd name="connsiteY1" fmla="*/ 0 h 368408"/>
              <a:gd name="connsiteX2" fmla="*/ 676292 w 676292"/>
              <a:gd name="connsiteY2" fmla="*/ 368408 h 368408"/>
              <a:gd name="connsiteX3" fmla="*/ 0 w 676292"/>
              <a:gd name="connsiteY3" fmla="*/ 368408 h 368408"/>
              <a:gd name="connsiteX4" fmla="*/ 0 w 676292"/>
              <a:gd name="connsiteY4" fmla="*/ 0 h 368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6292" h="368408">
                <a:moveTo>
                  <a:pt x="0" y="0"/>
                </a:moveTo>
                <a:lnTo>
                  <a:pt x="676292" y="0"/>
                </a:lnTo>
                <a:lnTo>
                  <a:pt x="676292" y="368408"/>
                </a:lnTo>
                <a:lnTo>
                  <a:pt x="0" y="36840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2600" kern="120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75B20AB-8DFB-4254-B384-34EFCE24CEFC}"/>
              </a:ext>
            </a:extLst>
          </p:cNvPr>
          <p:cNvSpPr/>
          <p:nvPr/>
        </p:nvSpPr>
        <p:spPr>
          <a:xfrm>
            <a:off x="0" y="3763871"/>
            <a:ext cx="3466185" cy="2001421"/>
          </a:xfrm>
          <a:custGeom>
            <a:avLst/>
            <a:gdLst>
              <a:gd name="connsiteX0" fmla="*/ 0 w 640900"/>
              <a:gd name="connsiteY0" fmla="*/ 0 h 450861"/>
              <a:gd name="connsiteX1" fmla="*/ 640900 w 640900"/>
              <a:gd name="connsiteY1" fmla="*/ 0 h 450861"/>
              <a:gd name="connsiteX2" fmla="*/ 640900 w 640900"/>
              <a:gd name="connsiteY2" fmla="*/ 450861 h 450861"/>
              <a:gd name="connsiteX3" fmla="*/ 0 w 640900"/>
              <a:gd name="connsiteY3" fmla="*/ 450861 h 450861"/>
              <a:gd name="connsiteX4" fmla="*/ 0 w 640900"/>
              <a:gd name="connsiteY4" fmla="*/ 0 h 450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0900" h="450861">
                <a:moveTo>
                  <a:pt x="0" y="0"/>
                </a:moveTo>
                <a:lnTo>
                  <a:pt x="640900" y="0"/>
                </a:lnTo>
                <a:lnTo>
                  <a:pt x="640900" y="450861"/>
                </a:lnTo>
                <a:lnTo>
                  <a:pt x="0" y="450861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2600" kern="120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BDB7EF7-B831-4FB1-A9A6-5F6EEBA35AD9}"/>
              </a:ext>
            </a:extLst>
          </p:cNvPr>
          <p:cNvSpPr/>
          <p:nvPr/>
        </p:nvSpPr>
        <p:spPr>
          <a:xfrm>
            <a:off x="0" y="1092708"/>
            <a:ext cx="3466185" cy="2001421"/>
          </a:xfrm>
          <a:custGeom>
            <a:avLst/>
            <a:gdLst>
              <a:gd name="connsiteX0" fmla="*/ 0 w 640900"/>
              <a:gd name="connsiteY0" fmla="*/ 0 h 450861"/>
              <a:gd name="connsiteX1" fmla="*/ 640900 w 640900"/>
              <a:gd name="connsiteY1" fmla="*/ 0 h 450861"/>
              <a:gd name="connsiteX2" fmla="*/ 640900 w 640900"/>
              <a:gd name="connsiteY2" fmla="*/ 450861 h 450861"/>
              <a:gd name="connsiteX3" fmla="*/ 0 w 640900"/>
              <a:gd name="connsiteY3" fmla="*/ 450861 h 450861"/>
              <a:gd name="connsiteX4" fmla="*/ 0 w 640900"/>
              <a:gd name="connsiteY4" fmla="*/ 0 h 450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0900" h="450861">
                <a:moveTo>
                  <a:pt x="0" y="0"/>
                </a:moveTo>
                <a:lnTo>
                  <a:pt x="640900" y="0"/>
                </a:lnTo>
                <a:lnTo>
                  <a:pt x="640900" y="450861"/>
                </a:lnTo>
                <a:lnTo>
                  <a:pt x="0" y="450861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2600" kern="12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F2BC88C-A7B9-4090-A15D-ED0BFE4CD2AF}"/>
              </a:ext>
            </a:extLst>
          </p:cNvPr>
          <p:cNvSpPr txBox="1"/>
          <p:nvPr/>
        </p:nvSpPr>
        <p:spPr>
          <a:xfrm>
            <a:off x="3240344" y="889844"/>
            <a:ext cx="8436455" cy="923330"/>
          </a:xfrm>
          <a:prstGeom prst="rect">
            <a:avLst/>
          </a:prstGeom>
          <a:noFill/>
          <a:ln>
            <a:noFill/>
          </a:ln>
          <a:effectLst>
            <a:glow rad="101600">
              <a:schemeClr val="accent6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  <a:bevelB prst="relaxedInset"/>
          </a:sp3d>
        </p:spPr>
        <p:txBody>
          <a:bodyPr wrap="square" rtlCol="0">
            <a:spAutoFit/>
          </a:bodyPr>
          <a:lstStyle/>
          <a:p>
            <a:endParaRPr lang="en-GB" sz="5400" b="1" dirty="0">
              <a:ln>
                <a:solidFill>
                  <a:schemeClr val="bg2">
                    <a:lumMod val="75000"/>
                  </a:schemeClr>
                </a:solidFill>
              </a:ln>
              <a:solidFill>
                <a:schemeClr val="bg1">
                  <a:lumMod val="85000"/>
                </a:schemeClr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lephant" panose="02020904090505020303" pitchFamily="18" charset="0"/>
              <a:ea typeface="MS Gothic" panose="020B0609070205080204" pitchFamily="49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11CDC8-A5ED-E3F8-44C5-5EBB25C6A8BE}"/>
              </a:ext>
            </a:extLst>
          </p:cNvPr>
          <p:cNvSpPr txBox="1"/>
          <p:nvPr/>
        </p:nvSpPr>
        <p:spPr>
          <a:xfrm>
            <a:off x="838200" y="87093"/>
            <a:ext cx="10515600" cy="1015663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IN" sz="6000" b="1" u="sng" dirty="0">
                <a:solidFill>
                  <a:schemeClr val="bg1"/>
                </a:solidFill>
              </a:rPr>
              <a:t>KPI OVERVIEW &amp; SALES TRENDS</a:t>
            </a:r>
            <a:endParaRPr lang="en-US" sz="6000" b="1" u="sng" dirty="0">
              <a:solidFill>
                <a:schemeClr val="bg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Bauhaus 93" panose="04030905020B02020C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2EF8F9-C30C-5C57-6E1B-E692AD1ED264}"/>
              </a:ext>
            </a:extLst>
          </p:cNvPr>
          <p:cNvSpPr txBox="1"/>
          <p:nvPr/>
        </p:nvSpPr>
        <p:spPr>
          <a:xfrm>
            <a:off x="838200" y="1299122"/>
            <a:ext cx="11091980" cy="5447645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>
                    <a:lumMod val="85000"/>
                  </a:schemeClr>
                </a:solidFill>
              </a:rPr>
              <a:t>KPIs Displayed</a:t>
            </a:r>
          </a:p>
          <a:p>
            <a:r>
              <a:rPr lang="en-US" sz="3200" dirty="0">
                <a:solidFill>
                  <a:schemeClr val="bg1">
                    <a:lumMod val="85000"/>
                  </a:schemeClr>
                </a:solidFill>
              </a:rPr>
              <a:t>Total Sales – Overall revenue generated</a:t>
            </a:r>
          </a:p>
          <a:p>
            <a:r>
              <a:rPr lang="en-US" sz="3200" dirty="0">
                <a:solidFill>
                  <a:schemeClr val="bg1">
                    <a:lumMod val="85000"/>
                  </a:schemeClr>
                </a:solidFill>
              </a:rPr>
              <a:t>Total Profit – Net profit earned</a:t>
            </a:r>
          </a:p>
          <a:p>
            <a:r>
              <a:rPr lang="en-US" sz="3200" dirty="0">
                <a:solidFill>
                  <a:schemeClr val="bg1">
                    <a:lumMod val="85000"/>
                  </a:schemeClr>
                </a:solidFill>
              </a:rPr>
              <a:t>Average Sales per Order – Order value trend</a:t>
            </a:r>
          </a:p>
          <a:p>
            <a:r>
              <a:rPr lang="en-US" sz="3200" dirty="0">
                <a:solidFill>
                  <a:schemeClr val="bg1">
                    <a:lumMod val="85000"/>
                  </a:schemeClr>
                </a:solidFill>
              </a:rPr>
              <a:t>Profit Margin (%) – Business profitability indicator</a:t>
            </a:r>
          </a:p>
          <a:p>
            <a:endParaRPr lang="en-US" sz="28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3200" b="1" dirty="0">
                <a:solidFill>
                  <a:schemeClr val="bg1">
                    <a:lumMod val="85000"/>
                  </a:schemeClr>
                </a:solidFill>
              </a:rPr>
              <a:t>Sales Over Time (Line Chart)</a:t>
            </a:r>
          </a:p>
          <a:p>
            <a:r>
              <a:rPr lang="en-US" sz="3200" dirty="0">
                <a:solidFill>
                  <a:schemeClr val="bg1">
                    <a:lumMod val="85000"/>
                  </a:schemeClr>
                </a:solidFill>
              </a:rPr>
              <a:t>Shows how sales change over time</a:t>
            </a:r>
          </a:p>
          <a:p>
            <a:r>
              <a:rPr lang="en-US" sz="3200" dirty="0">
                <a:solidFill>
                  <a:schemeClr val="bg1">
                    <a:lumMod val="85000"/>
                  </a:schemeClr>
                </a:solidFill>
              </a:rPr>
              <a:t>Helps identify growth patterns and fluctuations</a:t>
            </a:r>
          </a:p>
          <a:p>
            <a:r>
              <a:rPr lang="en-US" sz="3200" dirty="0">
                <a:solidFill>
                  <a:schemeClr val="bg1">
                    <a:lumMod val="85000"/>
                  </a:schemeClr>
                </a:solidFill>
              </a:rPr>
              <a:t>Useful for trend analysis and forecasting</a:t>
            </a:r>
          </a:p>
          <a:p>
            <a:endParaRPr lang="en-US" sz="3200" b="1" dirty="0">
              <a:solidFill>
                <a:schemeClr val="bg1">
                  <a:lumMod val="85000"/>
                </a:schemeClr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392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298"/>
    </mc:Choice>
    <mc:Fallback xmlns="">
      <p:transition spd="slow" advTm="242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000">
              <a:schemeClr val="bg2">
                <a:lumMod val="50000"/>
              </a:schemeClr>
            </a:gs>
            <a:gs pos="23000">
              <a:schemeClr val="bg2">
                <a:lumMod val="50000"/>
              </a:schemeClr>
            </a:gs>
            <a:gs pos="69000">
              <a:schemeClr val="tx1">
                <a:lumMod val="85000"/>
                <a:lumOff val="15000"/>
              </a:schemeClr>
            </a:gs>
            <a:gs pos="85000">
              <a:schemeClr val="tx1">
                <a:lumMod val="95000"/>
                <a:lumOff val="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28102BC4-AA40-4F0A-8ECC-C1A0CFE28A44}"/>
              </a:ext>
            </a:extLst>
          </p:cNvPr>
          <p:cNvSpPr/>
          <p:nvPr/>
        </p:nvSpPr>
        <p:spPr>
          <a:xfrm>
            <a:off x="3386629" y="2373521"/>
            <a:ext cx="2938096" cy="2770401"/>
          </a:xfrm>
          <a:custGeom>
            <a:avLst/>
            <a:gdLst>
              <a:gd name="connsiteX0" fmla="*/ 1463040 w 2616487"/>
              <a:gd name="connsiteY0" fmla="*/ 0 h 2388733"/>
              <a:gd name="connsiteX1" fmla="*/ 1898103 w 2616487"/>
              <a:gd name="connsiteY1" fmla="*/ 53988 h 2388733"/>
              <a:gd name="connsiteX2" fmla="*/ 1928399 w 2616487"/>
              <a:gd name="connsiteY2" fmla="*/ 63089 h 2388733"/>
              <a:gd name="connsiteX3" fmla="*/ 2032521 w 2616487"/>
              <a:gd name="connsiteY3" fmla="*/ 94369 h 2388733"/>
              <a:gd name="connsiteX4" fmla="*/ 2393669 w 2616487"/>
              <a:gd name="connsiteY4" fmla="*/ 274217 h 2388733"/>
              <a:gd name="connsiteX5" fmla="*/ 2412796 w 2616487"/>
              <a:gd name="connsiteY5" fmla="*/ 288485 h 2388733"/>
              <a:gd name="connsiteX6" fmla="*/ 2497566 w 2616487"/>
              <a:gd name="connsiteY6" fmla="*/ 351722 h 2388733"/>
              <a:gd name="connsiteX7" fmla="*/ 2591993 w 2616487"/>
              <a:gd name="connsiteY7" fmla="*/ 437000 h 2388733"/>
              <a:gd name="connsiteX8" fmla="*/ 2616487 w 2616487"/>
              <a:gd name="connsiteY8" fmla="*/ 463885 h 2388733"/>
              <a:gd name="connsiteX9" fmla="*/ 2562380 w 2616487"/>
              <a:gd name="connsiteY9" fmla="*/ 457107 h 2388733"/>
              <a:gd name="connsiteX10" fmla="*/ 2412793 w 2616487"/>
              <a:gd name="connsiteY10" fmla="*/ 450907 h 2388733"/>
              <a:gd name="connsiteX11" fmla="*/ 2263206 w 2616487"/>
              <a:gd name="connsiteY11" fmla="*/ 457107 h 2388733"/>
              <a:gd name="connsiteX12" fmla="*/ 2209106 w 2616487"/>
              <a:gd name="connsiteY12" fmla="*/ 463884 h 2388733"/>
              <a:gd name="connsiteX13" fmla="*/ 2117939 w 2616487"/>
              <a:gd name="connsiteY13" fmla="*/ 475304 h 2388733"/>
              <a:gd name="connsiteX14" fmla="*/ 1977730 w 2616487"/>
              <a:gd name="connsiteY14" fmla="*/ 504895 h 2388733"/>
              <a:gd name="connsiteX15" fmla="*/ 1925158 w 2616487"/>
              <a:gd name="connsiteY15" fmla="*/ 520689 h 2388733"/>
              <a:gd name="connsiteX16" fmla="*/ 1843312 w 2616487"/>
              <a:gd name="connsiteY16" fmla="*/ 545276 h 2388733"/>
              <a:gd name="connsiteX17" fmla="*/ 1482164 w 2616487"/>
              <a:gd name="connsiteY17" fmla="*/ 725124 h 2388733"/>
              <a:gd name="connsiteX18" fmla="*/ 1447316 w 2616487"/>
              <a:gd name="connsiteY18" fmla="*/ 751120 h 2388733"/>
              <a:gd name="connsiteX19" fmla="*/ 1378267 w 2616487"/>
              <a:gd name="connsiteY19" fmla="*/ 802629 h 2388733"/>
              <a:gd name="connsiteX20" fmla="*/ 979477 w 2616487"/>
              <a:gd name="connsiteY20" fmla="*/ 1409748 h 2388733"/>
              <a:gd name="connsiteX21" fmla="*/ 975400 w 2616487"/>
              <a:gd name="connsiteY21" fmla="*/ 1431676 h 2388733"/>
              <a:gd name="connsiteX22" fmla="*/ 957307 w 2616487"/>
              <a:gd name="connsiteY22" fmla="*/ 1528982 h 2388733"/>
              <a:gd name="connsiteX23" fmla="*/ 949753 w 2616487"/>
              <a:gd name="connsiteY23" fmla="*/ 1651762 h 2388733"/>
              <a:gd name="connsiteX24" fmla="*/ 1199617 w 2616487"/>
              <a:gd name="connsiteY24" fmla="*/ 2323171 h 2388733"/>
              <a:gd name="connsiteX25" fmla="*/ 1259347 w 2616487"/>
              <a:gd name="connsiteY25" fmla="*/ 2388733 h 2388733"/>
              <a:gd name="connsiteX26" fmla="*/ 1168186 w 2616487"/>
              <a:gd name="connsiteY26" fmla="*/ 2377313 h 2388733"/>
              <a:gd name="connsiteX27" fmla="*/ 0 w 2616487"/>
              <a:gd name="connsiteY27" fmla="*/ 1200855 h 2388733"/>
              <a:gd name="connsiteX28" fmla="*/ 65775 w 2616487"/>
              <a:gd name="connsiteY28" fmla="*/ 843757 h 2388733"/>
              <a:gd name="connsiteX29" fmla="*/ 107258 w 2616487"/>
              <a:gd name="connsiteY29" fmla="*/ 750730 h 2388733"/>
              <a:gd name="connsiteX30" fmla="*/ 114973 w 2616487"/>
              <a:gd name="connsiteY30" fmla="*/ 733428 h 2388733"/>
              <a:gd name="connsiteX31" fmla="*/ 893559 w 2616487"/>
              <a:gd name="connsiteY31" fmla="*/ 94369 h 2388733"/>
              <a:gd name="connsiteX32" fmla="*/ 975262 w 2616487"/>
              <a:gd name="connsiteY32" fmla="*/ 69824 h 2388733"/>
              <a:gd name="connsiteX33" fmla="*/ 1027977 w 2616487"/>
              <a:gd name="connsiteY33" fmla="*/ 53988 h 2388733"/>
              <a:gd name="connsiteX34" fmla="*/ 1463040 w 2616487"/>
              <a:gd name="connsiteY34" fmla="*/ 0 h 2388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616487" h="2388733">
                <a:moveTo>
                  <a:pt x="1463040" y="0"/>
                </a:moveTo>
                <a:cubicBezTo>
                  <a:pt x="1614543" y="0"/>
                  <a:pt x="1760667" y="18902"/>
                  <a:pt x="1898103" y="53988"/>
                </a:cubicBezTo>
                <a:lnTo>
                  <a:pt x="1928399" y="63089"/>
                </a:lnTo>
                <a:lnTo>
                  <a:pt x="2032521" y="94369"/>
                </a:lnTo>
                <a:cubicBezTo>
                  <a:pt x="2163798" y="139944"/>
                  <a:pt x="2285284" y="200799"/>
                  <a:pt x="2393669" y="274217"/>
                </a:cubicBezTo>
                <a:lnTo>
                  <a:pt x="2412796" y="288485"/>
                </a:lnTo>
                <a:lnTo>
                  <a:pt x="2497566" y="351722"/>
                </a:lnTo>
                <a:cubicBezTo>
                  <a:pt x="2530661" y="378886"/>
                  <a:pt x="2562177" y="407346"/>
                  <a:pt x="2591993" y="437000"/>
                </a:cubicBezTo>
                <a:lnTo>
                  <a:pt x="2616487" y="463885"/>
                </a:lnTo>
                <a:lnTo>
                  <a:pt x="2562380" y="457107"/>
                </a:lnTo>
                <a:cubicBezTo>
                  <a:pt x="2513198" y="453007"/>
                  <a:pt x="2463294" y="450907"/>
                  <a:pt x="2412793" y="450907"/>
                </a:cubicBezTo>
                <a:cubicBezTo>
                  <a:pt x="2362292" y="450907"/>
                  <a:pt x="2312389" y="453007"/>
                  <a:pt x="2263206" y="457107"/>
                </a:cubicBezTo>
                <a:lnTo>
                  <a:pt x="2209106" y="463884"/>
                </a:lnTo>
                <a:lnTo>
                  <a:pt x="2117939" y="475304"/>
                </a:lnTo>
                <a:cubicBezTo>
                  <a:pt x="2070319" y="483302"/>
                  <a:pt x="2023542" y="493200"/>
                  <a:pt x="1977730" y="504895"/>
                </a:cubicBezTo>
                <a:lnTo>
                  <a:pt x="1925158" y="520689"/>
                </a:lnTo>
                <a:lnTo>
                  <a:pt x="1843312" y="545276"/>
                </a:lnTo>
                <a:cubicBezTo>
                  <a:pt x="1712035" y="590851"/>
                  <a:pt x="1590549" y="651706"/>
                  <a:pt x="1482164" y="725124"/>
                </a:cubicBezTo>
                <a:lnTo>
                  <a:pt x="1447316" y="751120"/>
                </a:lnTo>
                <a:lnTo>
                  <a:pt x="1378267" y="802629"/>
                </a:lnTo>
                <a:cubicBezTo>
                  <a:pt x="1179699" y="965613"/>
                  <a:pt x="1037944" y="1175230"/>
                  <a:pt x="979477" y="1409748"/>
                </a:cubicBezTo>
                <a:lnTo>
                  <a:pt x="975400" y="1431676"/>
                </a:lnTo>
                <a:lnTo>
                  <a:pt x="957307" y="1528982"/>
                </a:lnTo>
                <a:cubicBezTo>
                  <a:pt x="952312" y="1569351"/>
                  <a:pt x="949753" y="1610311"/>
                  <a:pt x="949753" y="1651762"/>
                </a:cubicBezTo>
                <a:cubicBezTo>
                  <a:pt x="949753" y="1900467"/>
                  <a:pt x="1041866" y="2131514"/>
                  <a:pt x="1199617" y="2323171"/>
                </a:cubicBezTo>
                <a:lnTo>
                  <a:pt x="1259347" y="2388733"/>
                </a:lnTo>
                <a:lnTo>
                  <a:pt x="1168186" y="2377313"/>
                </a:lnTo>
                <a:cubicBezTo>
                  <a:pt x="501503" y="2265338"/>
                  <a:pt x="0" y="1781167"/>
                  <a:pt x="0" y="1200855"/>
                </a:cubicBezTo>
                <a:cubicBezTo>
                  <a:pt x="0" y="1076503"/>
                  <a:pt x="23028" y="956565"/>
                  <a:pt x="65775" y="843757"/>
                </a:cubicBezTo>
                <a:lnTo>
                  <a:pt x="107258" y="750730"/>
                </a:lnTo>
                <a:lnTo>
                  <a:pt x="114973" y="733428"/>
                </a:lnTo>
                <a:cubicBezTo>
                  <a:pt x="263040" y="446092"/>
                  <a:pt x="543487" y="215902"/>
                  <a:pt x="893559" y="94369"/>
                </a:cubicBezTo>
                <a:lnTo>
                  <a:pt x="975262" y="69824"/>
                </a:lnTo>
                <a:lnTo>
                  <a:pt x="1027977" y="53988"/>
                </a:lnTo>
                <a:cubicBezTo>
                  <a:pt x="1165413" y="18902"/>
                  <a:pt x="1311537" y="0"/>
                  <a:pt x="1463040" y="0"/>
                </a:cubicBezTo>
                <a:close/>
              </a:path>
            </a:pathLst>
          </a:custGeom>
          <a:gradFill>
            <a:gsLst>
              <a:gs pos="46000">
                <a:schemeClr val="accent1">
                  <a:lumMod val="75000"/>
                </a:schemeClr>
              </a:gs>
              <a:gs pos="73000">
                <a:schemeClr val="accent1">
                  <a:lumMod val="60000"/>
                  <a:lumOff val="40000"/>
                </a:schemeClr>
              </a:gs>
              <a:gs pos="95000">
                <a:schemeClr val="accent1">
                  <a:lumMod val="50000"/>
                </a:schemeClr>
              </a:gs>
            </a:gsLst>
            <a:lin ang="10800000" scaled="1"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D3528CD3-9D46-498A-9A40-5BDEA0C6EFEC}"/>
              </a:ext>
            </a:extLst>
          </p:cNvPr>
          <p:cNvSpPr/>
          <p:nvPr/>
        </p:nvSpPr>
        <p:spPr>
          <a:xfrm>
            <a:off x="4453122" y="2911525"/>
            <a:ext cx="2938095" cy="2770401"/>
          </a:xfrm>
          <a:custGeom>
            <a:avLst/>
            <a:gdLst>
              <a:gd name="connsiteX0" fmla="*/ 1259353 w 2616486"/>
              <a:gd name="connsiteY0" fmla="*/ 0 h 2388733"/>
              <a:gd name="connsiteX1" fmla="*/ 1199622 w 2616486"/>
              <a:gd name="connsiteY1" fmla="*/ 65562 h 2388733"/>
              <a:gd name="connsiteX2" fmla="*/ 1064731 w 2616486"/>
              <a:gd name="connsiteY2" fmla="*/ 269544 h 2388733"/>
              <a:gd name="connsiteX3" fmla="*/ 1057016 w 2616486"/>
              <a:gd name="connsiteY3" fmla="*/ 286846 h 2388733"/>
              <a:gd name="connsiteX4" fmla="*/ 1015533 w 2616486"/>
              <a:gd name="connsiteY4" fmla="*/ 379873 h 2388733"/>
              <a:gd name="connsiteX5" fmla="*/ 979482 w 2616486"/>
              <a:gd name="connsiteY5" fmla="*/ 494957 h 2388733"/>
              <a:gd name="connsiteX6" fmla="*/ 975267 w 2616486"/>
              <a:gd name="connsiteY6" fmla="*/ 517626 h 2388733"/>
              <a:gd name="connsiteX7" fmla="*/ 957312 w 2616486"/>
              <a:gd name="connsiteY7" fmla="*/ 614191 h 2388733"/>
              <a:gd name="connsiteX8" fmla="*/ 949758 w 2616486"/>
              <a:gd name="connsiteY8" fmla="*/ 736971 h 2388733"/>
              <a:gd name="connsiteX9" fmla="*/ 957312 w 2616486"/>
              <a:gd name="connsiteY9" fmla="*/ 859751 h 2388733"/>
              <a:gd name="connsiteX10" fmla="*/ 978646 w 2616486"/>
              <a:gd name="connsiteY10" fmla="*/ 974486 h 2388733"/>
              <a:gd name="connsiteX11" fmla="*/ 979482 w 2616486"/>
              <a:gd name="connsiteY11" fmla="*/ 978985 h 2388733"/>
              <a:gd name="connsiteX12" fmla="*/ 1378272 w 2616486"/>
              <a:gd name="connsiteY12" fmla="*/ 1586104 h 2388733"/>
              <a:gd name="connsiteX13" fmla="*/ 1463043 w 2616486"/>
              <a:gd name="connsiteY13" fmla="*/ 1649341 h 2388733"/>
              <a:gd name="connsiteX14" fmla="*/ 1482169 w 2616486"/>
              <a:gd name="connsiteY14" fmla="*/ 1663609 h 2388733"/>
              <a:gd name="connsiteX15" fmla="*/ 2412798 w 2616486"/>
              <a:gd name="connsiteY15" fmla="*/ 1937826 h 2388733"/>
              <a:gd name="connsiteX16" fmla="*/ 2562385 w 2616486"/>
              <a:gd name="connsiteY16" fmla="*/ 1931626 h 2388733"/>
              <a:gd name="connsiteX17" fmla="*/ 2616486 w 2616486"/>
              <a:gd name="connsiteY17" fmla="*/ 1924849 h 2388733"/>
              <a:gd name="connsiteX18" fmla="*/ 2591993 w 2616486"/>
              <a:gd name="connsiteY18" fmla="*/ 1951733 h 2388733"/>
              <a:gd name="connsiteX19" fmla="*/ 1463040 w 2616486"/>
              <a:gd name="connsiteY19" fmla="*/ 2388733 h 2388733"/>
              <a:gd name="connsiteX20" fmla="*/ 334087 w 2616486"/>
              <a:gd name="connsiteY20" fmla="*/ 1951733 h 2388733"/>
              <a:gd name="connsiteX21" fmla="*/ 309594 w 2616486"/>
              <a:gd name="connsiteY21" fmla="*/ 1924849 h 2388733"/>
              <a:gd name="connsiteX22" fmla="*/ 249864 w 2616486"/>
              <a:gd name="connsiteY22" fmla="*/ 1859287 h 2388733"/>
              <a:gd name="connsiteX23" fmla="*/ 0 w 2616486"/>
              <a:gd name="connsiteY23" fmla="*/ 1187878 h 2388733"/>
              <a:gd name="connsiteX24" fmla="*/ 7554 w 2616486"/>
              <a:gd name="connsiteY24" fmla="*/ 1065098 h 2388733"/>
              <a:gd name="connsiteX25" fmla="*/ 25647 w 2616486"/>
              <a:gd name="connsiteY25" fmla="*/ 967792 h 2388733"/>
              <a:gd name="connsiteX26" fmla="*/ 29724 w 2616486"/>
              <a:gd name="connsiteY26" fmla="*/ 945864 h 2388733"/>
              <a:gd name="connsiteX27" fmla="*/ 428514 w 2616486"/>
              <a:gd name="connsiteY27" fmla="*/ 338745 h 2388733"/>
              <a:gd name="connsiteX28" fmla="*/ 497563 w 2616486"/>
              <a:gd name="connsiteY28" fmla="*/ 287236 h 2388733"/>
              <a:gd name="connsiteX29" fmla="*/ 532411 w 2616486"/>
              <a:gd name="connsiteY29" fmla="*/ 261240 h 2388733"/>
              <a:gd name="connsiteX30" fmla="*/ 893559 w 2616486"/>
              <a:gd name="connsiteY30" fmla="*/ 81392 h 2388733"/>
              <a:gd name="connsiteX31" fmla="*/ 975405 w 2616486"/>
              <a:gd name="connsiteY31" fmla="*/ 56805 h 2388733"/>
              <a:gd name="connsiteX32" fmla="*/ 1027977 w 2616486"/>
              <a:gd name="connsiteY32" fmla="*/ 41011 h 2388733"/>
              <a:gd name="connsiteX33" fmla="*/ 1168186 w 2616486"/>
              <a:gd name="connsiteY33" fmla="*/ 11420 h 2388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616486" h="2388733">
                <a:moveTo>
                  <a:pt x="1259353" y="0"/>
                </a:moveTo>
                <a:lnTo>
                  <a:pt x="1199622" y="65562"/>
                </a:lnTo>
                <a:cubicBezTo>
                  <a:pt x="1147039" y="129448"/>
                  <a:pt x="1101748" y="197710"/>
                  <a:pt x="1064731" y="269544"/>
                </a:cubicBezTo>
                <a:lnTo>
                  <a:pt x="1057016" y="286846"/>
                </a:lnTo>
                <a:lnTo>
                  <a:pt x="1015533" y="379873"/>
                </a:lnTo>
                <a:cubicBezTo>
                  <a:pt x="1001285" y="417476"/>
                  <a:pt x="989227" y="455871"/>
                  <a:pt x="979482" y="494957"/>
                </a:cubicBezTo>
                <a:lnTo>
                  <a:pt x="975267" y="517626"/>
                </a:lnTo>
                <a:lnTo>
                  <a:pt x="957312" y="614191"/>
                </a:lnTo>
                <a:cubicBezTo>
                  <a:pt x="952317" y="654560"/>
                  <a:pt x="949758" y="695520"/>
                  <a:pt x="949758" y="736971"/>
                </a:cubicBezTo>
                <a:cubicBezTo>
                  <a:pt x="949758" y="778422"/>
                  <a:pt x="952317" y="819382"/>
                  <a:pt x="957312" y="859751"/>
                </a:cubicBezTo>
                <a:lnTo>
                  <a:pt x="978646" y="974486"/>
                </a:lnTo>
                <a:lnTo>
                  <a:pt x="979482" y="978985"/>
                </a:lnTo>
                <a:cubicBezTo>
                  <a:pt x="1037949" y="1213504"/>
                  <a:pt x="1179704" y="1423120"/>
                  <a:pt x="1378272" y="1586104"/>
                </a:cubicBezTo>
                <a:lnTo>
                  <a:pt x="1463043" y="1649341"/>
                </a:lnTo>
                <a:lnTo>
                  <a:pt x="1482169" y="1663609"/>
                </a:lnTo>
                <a:cubicBezTo>
                  <a:pt x="1735068" y="1834918"/>
                  <a:pt x="2059292" y="1937826"/>
                  <a:pt x="2412798" y="1937826"/>
                </a:cubicBezTo>
                <a:cubicBezTo>
                  <a:pt x="2463299" y="1937826"/>
                  <a:pt x="2513203" y="1935726"/>
                  <a:pt x="2562385" y="1931626"/>
                </a:cubicBezTo>
                <a:lnTo>
                  <a:pt x="2616486" y="1924849"/>
                </a:lnTo>
                <a:lnTo>
                  <a:pt x="2591993" y="1951733"/>
                </a:lnTo>
                <a:cubicBezTo>
                  <a:pt x="2323650" y="2218620"/>
                  <a:pt x="1917549" y="2388733"/>
                  <a:pt x="1463040" y="2388733"/>
                </a:cubicBezTo>
                <a:cubicBezTo>
                  <a:pt x="1008532" y="2388733"/>
                  <a:pt x="602430" y="2218620"/>
                  <a:pt x="334087" y="1951733"/>
                </a:cubicBezTo>
                <a:lnTo>
                  <a:pt x="309594" y="1924849"/>
                </a:lnTo>
                <a:lnTo>
                  <a:pt x="249864" y="1859287"/>
                </a:lnTo>
                <a:cubicBezTo>
                  <a:pt x="92113" y="1667630"/>
                  <a:pt x="0" y="1436583"/>
                  <a:pt x="0" y="1187878"/>
                </a:cubicBezTo>
                <a:cubicBezTo>
                  <a:pt x="0" y="1146427"/>
                  <a:pt x="2559" y="1105467"/>
                  <a:pt x="7554" y="1065098"/>
                </a:cubicBezTo>
                <a:lnTo>
                  <a:pt x="25647" y="967792"/>
                </a:lnTo>
                <a:lnTo>
                  <a:pt x="29724" y="945864"/>
                </a:lnTo>
                <a:cubicBezTo>
                  <a:pt x="88191" y="711346"/>
                  <a:pt x="229946" y="501729"/>
                  <a:pt x="428514" y="338745"/>
                </a:cubicBezTo>
                <a:lnTo>
                  <a:pt x="497563" y="287236"/>
                </a:lnTo>
                <a:lnTo>
                  <a:pt x="532411" y="261240"/>
                </a:lnTo>
                <a:cubicBezTo>
                  <a:pt x="640796" y="187822"/>
                  <a:pt x="762282" y="126967"/>
                  <a:pt x="893559" y="81392"/>
                </a:cubicBezTo>
                <a:lnTo>
                  <a:pt x="975405" y="56805"/>
                </a:lnTo>
                <a:lnTo>
                  <a:pt x="1027977" y="41011"/>
                </a:lnTo>
                <a:cubicBezTo>
                  <a:pt x="1073789" y="29316"/>
                  <a:pt x="1120566" y="19418"/>
                  <a:pt x="1168186" y="11420"/>
                </a:cubicBezTo>
                <a:close/>
              </a:path>
            </a:pathLst>
          </a:custGeom>
          <a:gradFill>
            <a:gsLst>
              <a:gs pos="46000">
                <a:schemeClr val="accent1">
                  <a:lumMod val="75000"/>
                </a:schemeClr>
              </a:gs>
              <a:gs pos="73000">
                <a:schemeClr val="accent1">
                  <a:lumMod val="60000"/>
                  <a:lumOff val="40000"/>
                </a:schemeClr>
              </a:gs>
              <a:gs pos="95000">
                <a:schemeClr val="accent1">
                  <a:lumMod val="50000"/>
                </a:schemeClr>
              </a:gs>
            </a:gsLst>
            <a:lin ang="10800000" scaled="1"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343CE627-1A32-43C2-8609-3A19E769EA36}"/>
              </a:ext>
            </a:extLst>
          </p:cNvPr>
          <p:cNvSpPr/>
          <p:nvPr/>
        </p:nvSpPr>
        <p:spPr>
          <a:xfrm>
            <a:off x="3386629" y="1329430"/>
            <a:ext cx="3285743" cy="1914773"/>
          </a:xfrm>
          <a:custGeom>
            <a:avLst/>
            <a:gdLst>
              <a:gd name="connsiteX0" fmla="*/ 1463040 w 2926080"/>
              <a:gd name="connsiteY0" fmla="*/ 0 h 1650981"/>
              <a:gd name="connsiteX1" fmla="*/ 2393669 w 2926080"/>
              <a:gd name="connsiteY1" fmla="*/ 274217 h 1650981"/>
              <a:gd name="connsiteX2" fmla="*/ 2412796 w 2926080"/>
              <a:gd name="connsiteY2" fmla="*/ 288485 h 1650981"/>
              <a:gd name="connsiteX3" fmla="*/ 2497566 w 2926080"/>
              <a:gd name="connsiteY3" fmla="*/ 351722 h 1650981"/>
              <a:gd name="connsiteX4" fmla="*/ 2896356 w 2926080"/>
              <a:gd name="connsiteY4" fmla="*/ 958841 h 1650981"/>
              <a:gd name="connsiteX5" fmla="*/ 2897193 w 2926080"/>
              <a:gd name="connsiteY5" fmla="*/ 963340 h 1650981"/>
              <a:gd name="connsiteX6" fmla="*/ 2918526 w 2926080"/>
              <a:gd name="connsiteY6" fmla="*/ 1078075 h 1650981"/>
              <a:gd name="connsiteX7" fmla="*/ 2926080 w 2926080"/>
              <a:gd name="connsiteY7" fmla="*/ 1200855 h 1650981"/>
              <a:gd name="connsiteX8" fmla="*/ 2918526 w 2926080"/>
              <a:gd name="connsiteY8" fmla="*/ 1323635 h 1650981"/>
              <a:gd name="connsiteX9" fmla="*/ 2900433 w 2926080"/>
              <a:gd name="connsiteY9" fmla="*/ 1420941 h 1650981"/>
              <a:gd name="connsiteX10" fmla="*/ 2896356 w 2926080"/>
              <a:gd name="connsiteY10" fmla="*/ 1442869 h 1650981"/>
              <a:gd name="connsiteX11" fmla="*/ 2860305 w 2926080"/>
              <a:gd name="connsiteY11" fmla="*/ 1557953 h 1650981"/>
              <a:gd name="connsiteX12" fmla="*/ 2818822 w 2926080"/>
              <a:gd name="connsiteY12" fmla="*/ 1650981 h 1650981"/>
              <a:gd name="connsiteX13" fmla="*/ 2811107 w 2926080"/>
              <a:gd name="connsiteY13" fmla="*/ 1633679 h 1650981"/>
              <a:gd name="connsiteX14" fmla="*/ 2676216 w 2926080"/>
              <a:gd name="connsiteY14" fmla="*/ 1429697 h 1650981"/>
              <a:gd name="connsiteX15" fmla="*/ 2616487 w 2926080"/>
              <a:gd name="connsiteY15" fmla="*/ 1364136 h 1650981"/>
              <a:gd name="connsiteX16" fmla="*/ 2591993 w 2926080"/>
              <a:gd name="connsiteY16" fmla="*/ 1337251 h 1650981"/>
              <a:gd name="connsiteX17" fmla="*/ 2497566 w 2926080"/>
              <a:gd name="connsiteY17" fmla="*/ 1251973 h 1650981"/>
              <a:gd name="connsiteX18" fmla="*/ 2412796 w 2926080"/>
              <a:gd name="connsiteY18" fmla="*/ 1188736 h 1650981"/>
              <a:gd name="connsiteX19" fmla="*/ 2393669 w 2926080"/>
              <a:gd name="connsiteY19" fmla="*/ 1174468 h 1650981"/>
              <a:gd name="connsiteX20" fmla="*/ 2032521 w 2926080"/>
              <a:gd name="connsiteY20" fmla="*/ 994620 h 1650981"/>
              <a:gd name="connsiteX21" fmla="*/ 1928399 w 2926080"/>
              <a:gd name="connsiteY21" fmla="*/ 963340 h 1650981"/>
              <a:gd name="connsiteX22" fmla="*/ 1898103 w 2926080"/>
              <a:gd name="connsiteY22" fmla="*/ 954239 h 1650981"/>
              <a:gd name="connsiteX23" fmla="*/ 1463040 w 2926080"/>
              <a:gd name="connsiteY23" fmla="*/ 900251 h 1650981"/>
              <a:gd name="connsiteX24" fmla="*/ 1027977 w 2926080"/>
              <a:gd name="connsiteY24" fmla="*/ 954239 h 1650981"/>
              <a:gd name="connsiteX25" fmla="*/ 975262 w 2926080"/>
              <a:gd name="connsiteY25" fmla="*/ 970075 h 1650981"/>
              <a:gd name="connsiteX26" fmla="*/ 893559 w 2926080"/>
              <a:gd name="connsiteY26" fmla="*/ 994620 h 1650981"/>
              <a:gd name="connsiteX27" fmla="*/ 114973 w 2926080"/>
              <a:gd name="connsiteY27" fmla="*/ 1633679 h 1650981"/>
              <a:gd name="connsiteX28" fmla="*/ 107258 w 2926080"/>
              <a:gd name="connsiteY28" fmla="*/ 1650981 h 1650981"/>
              <a:gd name="connsiteX29" fmla="*/ 65775 w 2926080"/>
              <a:gd name="connsiteY29" fmla="*/ 1557953 h 1650981"/>
              <a:gd name="connsiteX30" fmla="*/ 0 w 2926080"/>
              <a:gd name="connsiteY30" fmla="*/ 1200855 h 1650981"/>
              <a:gd name="connsiteX31" fmla="*/ 1168186 w 2926080"/>
              <a:gd name="connsiteY31" fmla="*/ 24397 h 1650981"/>
              <a:gd name="connsiteX32" fmla="*/ 1260150 w 2926080"/>
              <a:gd name="connsiteY32" fmla="*/ 12877 h 1650981"/>
              <a:gd name="connsiteX33" fmla="*/ 1313453 w 2926080"/>
              <a:gd name="connsiteY33" fmla="*/ 6200 h 1650981"/>
              <a:gd name="connsiteX34" fmla="*/ 1463040 w 2926080"/>
              <a:gd name="connsiteY34" fmla="*/ 0 h 1650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926080" h="1650981">
                <a:moveTo>
                  <a:pt x="1463040" y="0"/>
                </a:moveTo>
                <a:cubicBezTo>
                  <a:pt x="1816547" y="0"/>
                  <a:pt x="2140770" y="102908"/>
                  <a:pt x="2393669" y="274217"/>
                </a:cubicBezTo>
                <a:lnTo>
                  <a:pt x="2412796" y="288485"/>
                </a:lnTo>
                <a:lnTo>
                  <a:pt x="2497566" y="351722"/>
                </a:lnTo>
                <a:cubicBezTo>
                  <a:pt x="2696134" y="514706"/>
                  <a:pt x="2837890" y="724323"/>
                  <a:pt x="2896356" y="958841"/>
                </a:cubicBezTo>
                <a:lnTo>
                  <a:pt x="2897193" y="963340"/>
                </a:lnTo>
                <a:lnTo>
                  <a:pt x="2918526" y="1078075"/>
                </a:lnTo>
                <a:cubicBezTo>
                  <a:pt x="2923522" y="1118444"/>
                  <a:pt x="2926080" y="1159404"/>
                  <a:pt x="2926080" y="1200855"/>
                </a:cubicBezTo>
                <a:cubicBezTo>
                  <a:pt x="2926080" y="1242306"/>
                  <a:pt x="2923522" y="1283266"/>
                  <a:pt x="2918526" y="1323635"/>
                </a:cubicBezTo>
                <a:lnTo>
                  <a:pt x="2900433" y="1420941"/>
                </a:lnTo>
                <a:lnTo>
                  <a:pt x="2896356" y="1442869"/>
                </a:lnTo>
                <a:cubicBezTo>
                  <a:pt x="2886612" y="1481956"/>
                  <a:pt x="2874554" y="1520350"/>
                  <a:pt x="2860305" y="1557953"/>
                </a:cubicBezTo>
                <a:lnTo>
                  <a:pt x="2818822" y="1650981"/>
                </a:lnTo>
                <a:lnTo>
                  <a:pt x="2811107" y="1633679"/>
                </a:lnTo>
                <a:cubicBezTo>
                  <a:pt x="2774090" y="1561845"/>
                  <a:pt x="2728800" y="1493583"/>
                  <a:pt x="2676216" y="1429697"/>
                </a:cubicBezTo>
                <a:lnTo>
                  <a:pt x="2616487" y="1364136"/>
                </a:lnTo>
                <a:lnTo>
                  <a:pt x="2591993" y="1337251"/>
                </a:lnTo>
                <a:cubicBezTo>
                  <a:pt x="2562177" y="1307597"/>
                  <a:pt x="2530661" y="1279137"/>
                  <a:pt x="2497566" y="1251973"/>
                </a:cubicBezTo>
                <a:lnTo>
                  <a:pt x="2412796" y="1188736"/>
                </a:lnTo>
                <a:lnTo>
                  <a:pt x="2393669" y="1174468"/>
                </a:lnTo>
                <a:cubicBezTo>
                  <a:pt x="2285284" y="1101050"/>
                  <a:pt x="2163798" y="1040195"/>
                  <a:pt x="2032521" y="994620"/>
                </a:cubicBezTo>
                <a:lnTo>
                  <a:pt x="1928399" y="963340"/>
                </a:lnTo>
                <a:lnTo>
                  <a:pt x="1898103" y="954239"/>
                </a:lnTo>
                <a:cubicBezTo>
                  <a:pt x="1760667" y="919153"/>
                  <a:pt x="1614543" y="900251"/>
                  <a:pt x="1463040" y="900251"/>
                </a:cubicBezTo>
                <a:cubicBezTo>
                  <a:pt x="1311537" y="900251"/>
                  <a:pt x="1165413" y="919153"/>
                  <a:pt x="1027977" y="954239"/>
                </a:cubicBezTo>
                <a:lnTo>
                  <a:pt x="975262" y="970075"/>
                </a:lnTo>
                <a:lnTo>
                  <a:pt x="893559" y="994620"/>
                </a:lnTo>
                <a:cubicBezTo>
                  <a:pt x="543487" y="1116153"/>
                  <a:pt x="263040" y="1346343"/>
                  <a:pt x="114973" y="1633679"/>
                </a:cubicBezTo>
                <a:lnTo>
                  <a:pt x="107258" y="1650981"/>
                </a:lnTo>
                <a:lnTo>
                  <a:pt x="65775" y="1557953"/>
                </a:lnTo>
                <a:cubicBezTo>
                  <a:pt x="23028" y="1445146"/>
                  <a:pt x="0" y="1325208"/>
                  <a:pt x="0" y="1200855"/>
                </a:cubicBezTo>
                <a:cubicBezTo>
                  <a:pt x="0" y="620543"/>
                  <a:pt x="501503" y="136372"/>
                  <a:pt x="1168186" y="24397"/>
                </a:cubicBezTo>
                <a:lnTo>
                  <a:pt x="1260150" y="12877"/>
                </a:lnTo>
                <a:lnTo>
                  <a:pt x="1313453" y="6200"/>
                </a:lnTo>
                <a:cubicBezTo>
                  <a:pt x="1362636" y="2100"/>
                  <a:pt x="1412539" y="0"/>
                  <a:pt x="1463040" y="0"/>
                </a:cubicBezTo>
                <a:close/>
              </a:path>
            </a:pathLst>
          </a:custGeom>
          <a:gradFill>
            <a:gsLst>
              <a:gs pos="46000">
                <a:schemeClr val="accent1">
                  <a:lumMod val="75000"/>
                </a:schemeClr>
              </a:gs>
              <a:gs pos="73000">
                <a:schemeClr val="accent1">
                  <a:lumMod val="60000"/>
                  <a:lumOff val="40000"/>
                </a:schemeClr>
              </a:gs>
              <a:gs pos="95000">
                <a:schemeClr val="accent1">
                  <a:lumMod val="50000"/>
                </a:schemeClr>
              </a:gs>
            </a:gsLst>
            <a:lin ang="10800000" scaled="1"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891CDF37-BA37-4D69-AEC0-0F985388C561}"/>
              </a:ext>
            </a:extLst>
          </p:cNvPr>
          <p:cNvSpPr/>
          <p:nvPr/>
        </p:nvSpPr>
        <p:spPr>
          <a:xfrm>
            <a:off x="5519620" y="3244201"/>
            <a:ext cx="3285743" cy="1914772"/>
          </a:xfrm>
          <a:custGeom>
            <a:avLst/>
            <a:gdLst>
              <a:gd name="connsiteX0" fmla="*/ 107258 w 2926080"/>
              <a:gd name="connsiteY0" fmla="*/ 0 h 1650980"/>
              <a:gd name="connsiteX1" fmla="*/ 114973 w 2926080"/>
              <a:gd name="connsiteY1" fmla="*/ 17301 h 1650980"/>
              <a:gd name="connsiteX2" fmla="*/ 249864 w 2926080"/>
              <a:gd name="connsiteY2" fmla="*/ 221283 h 1650980"/>
              <a:gd name="connsiteX3" fmla="*/ 310398 w 2926080"/>
              <a:gd name="connsiteY3" fmla="*/ 287727 h 1650980"/>
              <a:gd name="connsiteX4" fmla="*/ 334087 w 2926080"/>
              <a:gd name="connsiteY4" fmla="*/ 313729 h 1650980"/>
              <a:gd name="connsiteX5" fmla="*/ 428514 w 2926080"/>
              <a:gd name="connsiteY5" fmla="*/ 399007 h 1650980"/>
              <a:gd name="connsiteX6" fmla="*/ 513285 w 2926080"/>
              <a:gd name="connsiteY6" fmla="*/ 462244 h 1650980"/>
              <a:gd name="connsiteX7" fmla="*/ 532411 w 2926080"/>
              <a:gd name="connsiteY7" fmla="*/ 476512 h 1650980"/>
              <a:gd name="connsiteX8" fmla="*/ 893559 w 2926080"/>
              <a:gd name="connsiteY8" fmla="*/ 656360 h 1650980"/>
              <a:gd name="connsiteX9" fmla="*/ 997682 w 2926080"/>
              <a:gd name="connsiteY9" fmla="*/ 687640 h 1650980"/>
              <a:gd name="connsiteX10" fmla="*/ 1027977 w 2926080"/>
              <a:gd name="connsiteY10" fmla="*/ 696741 h 1650980"/>
              <a:gd name="connsiteX11" fmla="*/ 1463040 w 2926080"/>
              <a:gd name="connsiteY11" fmla="*/ 750729 h 1650980"/>
              <a:gd name="connsiteX12" fmla="*/ 1898103 w 2926080"/>
              <a:gd name="connsiteY12" fmla="*/ 696741 h 1650980"/>
              <a:gd name="connsiteX13" fmla="*/ 1950676 w 2926080"/>
              <a:gd name="connsiteY13" fmla="*/ 680948 h 1650980"/>
              <a:gd name="connsiteX14" fmla="*/ 2032521 w 2926080"/>
              <a:gd name="connsiteY14" fmla="*/ 656360 h 1650980"/>
              <a:gd name="connsiteX15" fmla="*/ 2811107 w 2926080"/>
              <a:gd name="connsiteY15" fmla="*/ 17301 h 1650980"/>
              <a:gd name="connsiteX16" fmla="*/ 2818822 w 2926080"/>
              <a:gd name="connsiteY16" fmla="*/ 0 h 1650980"/>
              <a:gd name="connsiteX17" fmla="*/ 2860305 w 2926080"/>
              <a:gd name="connsiteY17" fmla="*/ 93027 h 1650980"/>
              <a:gd name="connsiteX18" fmla="*/ 2926080 w 2926080"/>
              <a:gd name="connsiteY18" fmla="*/ 450125 h 1650980"/>
              <a:gd name="connsiteX19" fmla="*/ 1757894 w 2926080"/>
              <a:gd name="connsiteY19" fmla="*/ 1626583 h 1650980"/>
              <a:gd name="connsiteX20" fmla="*/ 1666728 w 2926080"/>
              <a:gd name="connsiteY20" fmla="*/ 1638003 h 1650980"/>
              <a:gd name="connsiteX21" fmla="*/ 1612627 w 2926080"/>
              <a:gd name="connsiteY21" fmla="*/ 1644780 h 1650980"/>
              <a:gd name="connsiteX22" fmla="*/ 1463040 w 2926080"/>
              <a:gd name="connsiteY22" fmla="*/ 1650980 h 1650980"/>
              <a:gd name="connsiteX23" fmla="*/ 532411 w 2926080"/>
              <a:gd name="connsiteY23" fmla="*/ 1376763 h 1650980"/>
              <a:gd name="connsiteX24" fmla="*/ 513285 w 2926080"/>
              <a:gd name="connsiteY24" fmla="*/ 1362495 h 1650980"/>
              <a:gd name="connsiteX25" fmla="*/ 428514 w 2926080"/>
              <a:gd name="connsiteY25" fmla="*/ 1299258 h 1650980"/>
              <a:gd name="connsiteX26" fmla="*/ 29724 w 2926080"/>
              <a:gd name="connsiteY26" fmla="*/ 692139 h 1650980"/>
              <a:gd name="connsiteX27" fmla="*/ 28888 w 2926080"/>
              <a:gd name="connsiteY27" fmla="*/ 687640 h 1650980"/>
              <a:gd name="connsiteX28" fmla="*/ 7554 w 2926080"/>
              <a:gd name="connsiteY28" fmla="*/ 572905 h 1650980"/>
              <a:gd name="connsiteX29" fmla="*/ 0 w 2926080"/>
              <a:gd name="connsiteY29" fmla="*/ 450125 h 1650980"/>
              <a:gd name="connsiteX30" fmla="*/ 7554 w 2926080"/>
              <a:gd name="connsiteY30" fmla="*/ 327345 h 1650980"/>
              <a:gd name="connsiteX31" fmla="*/ 25509 w 2926080"/>
              <a:gd name="connsiteY31" fmla="*/ 230780 h 1650980"/>
              <a:gd name="connsiteX32" fmla="*/ 29724 w 2926080"/>
              <a:gd name="connsiteY32" fmla="*/ 208111 h 1650980"/>
              <a:gd name="connsiteX33" fmla="*/ 65775 w 2926080"/>
              <a:gd name="connsiteY33" fmla="*/ 93027 h 165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926080" h="1650980">
                <a:moveTo>
                  <a:pt x="107258" y="0"/>
                </a:moveTo>
                <a:lnTo>
                  <a:pt x="114973" y="17301"/>
                </a:lnTo>
                <a:cubicBezTo>
                  <a:pt x="151990" y="89135"/>
                  <a:pt x="197281" y="157398"/>
                  <a:pt x="249864" y="221283"/>
                </a:cubicBezTo>
                <a:lnTo>
                  <a:pt x="310398" y="287727"/>
                </a:lnTo>
                <a:lnTo>
                  <a:pt x="334087" y="313729"/>
                </a:lnTo>
                <a:cubicBezTo>
                  <a:pt x="363903" y="343384"/>
                  <a:pt x="395420" y="371843"/>
                  <a:pt x="428514" y="399007"/>
                </a:cubicBezTo>
                <a:lnTo>
                  <a:pt x="513285" y="462244"/>
                </a:lnTo>
                <a:lnTo>
                  <a:pt x="532411" y="476512"/>
                </a:lnTo>
                <a:cubicBezTo>
                  <a:pt x="640796" y="549930"/>
                  <a:pt x="762282" y="610785"/>
                  <a:pt x="893559" y="656360"/>
                </a:cubicBezTo>
                <a:lnTo>
                  <a:pt x="997682" y="687640"/>
                </a:lnTo>
                <a:lnTo>
                  <a:pt x="1027977" y="696741"/>
                </a:lnTo>
                <a:cubicBezTo>
                  <a:pt x="1165413" y="731828"/>
                  <a:pt x="1311537" y="750729"/>
                  <a:pt x="1463040" y="750729"/>
                </a:cubicBezTo>
                <a:cubicBezTo>
                  <a:pt x="1614543" y="750729"/>
                  <a:pt x="1760667" y="731828"/>
                  <a:pt x="1898103" y="696741"/>
                </a:cubicBezTo>
                <a:lnTo>
                  <a:pt x="1950676" y="680948"/>
                </a:lnTo>
                <a:lnTo>
                  <a:pt x="2032521" y="656360"/>
                </a:lnTo>
                <a:cubicBezTo>
                  <a:pt x="2382593" y="534827"/>
                  <a:pt x="2663040" y="304638"/>
                  <a:pt x="2811107" y="17301"/>
                </a:cubicBezTo>
                <a:lnTo>
                  <a:pt x="2818822" y="0"/>
                </a:lnTo>
                <a:lnTo>
                  <a:pt x="2860305" y="93027"/>
                </a:lnTo>
                <a:cubicBezTo>
                  <a:pt x="2903052" y="205835"/>
                  <a:pt x="2926080" y="325773"/>
                  <a:pt x="2926080" y="450125"/>
                </a:cubicBezTo>
                <a:cubicBezTo>
                  <a:pt x="2926080" y="1030437"/>
                  <a:pt x="2424577" y="1514608"/>
                  <a:pt x="1757894" y="1626583"/>
                </a:cubicBezTo>
                <a:lnTo>
                  <a:pt x="1666728" y="1638003"/>
                </a:lnTo>
                <a:lnTo>
                  <a:pt x="1612627" y="1644780"/>
                </a:lnTo>
                <a:cubicBezTo>
                  <a:pt x="1563445" y="1648880"/>
                  <a:pt x="1513541" y="1650980"/>
                  <a:pt x="1463040" y="1650980"/>
                </a:cubicBezTo>
                <a:cubicBezTo>
                  <a:pt x="1109534" y="1650980"/>
                  <a:pt x="785310" y="1548072"/>
                  <a:pt x="532411" y="1376763"/>
                </a:cubicBezTo>
                <a:lnTo>
                  <a:pt x="513285" y="1362495"/>
                </a:lnTo>
                <a:lnTo>
                  <a:pt x="428514" y="1299258"/>
                </a:lnTo>
                <a:cubicBezTo>
                  <a:pt x="229946" y="1136274"/>
                  <a:pt x="88191" y="926658"/>
                  <a:pt x="29724" y="692139"/>
                </a:cubicBezTo>
                <a:lnTo>
                  <a:pt x="28888" y="687640"/>
                </a:lnTo>
                <a:lnTo>
                  <a:pt x="7554" y="572905"/>
                </a:lnTo>
                <a:cubicBezTo>
                  <a:pt x="2559" y="532536"/>
                  <a:pt x="0" y="491576"/>
                  <a:pt x="0" y="450125"/>
                </a:cubicBezTo>
                <a:cubicBezTo>
                  <a:pt x="0" y="408674"/>
                  <a:pt x="2559" y="367714"/>
                  <a:pt x="7554" y="327345"/>
                </a:cubicBezTo>
                <a:lnTo>
                  <a:pt x="25509" y="230780"/>
                </a:lnTo>
                <a:lnTo>
                  <a:pt x="29724" y="208111"/>
                </a:lnTo>
                <a:cubicBezTo>
                  <a:pt x="39469" y="169025"/>
                  <a:pt x="51527" y="130630"/>
                  <a:pt x="65775" y="93027"/>
                </a:cubicBezTo>
                <a:close/>
              </a:path>
            </a:pathLst>
          </a:custGeom>
          <a:gradFill>
            <a:gsLst>
              <a:gs pos="46000">
                <a:schemeClr val="accent1">
                  <a:lumMod val="75000"/>
                </a:schemeClr>
              </a:gs>
              <a:gs pos="73000">
                <a:schemeClr val="accent1">
                  <a:lumMod val="60000"/>
                  <a:lumOff val="40000"/>
                </a:schemeClr>
              </a:gs>
              <a:gs pos="95000">
                <a:schemeClr val="accent1">
                  <a:lumMod val="50000"/>
                </a:schemeClr>
              </a:gs>
            </a:gsLst>
            <a:lin ang="10800000" scaled="1"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C9E91AC0-221A-48E2-94AE-B0DE42A639AD}"/>
              </a:ext>
            </a:extLst>
          </p:cNvPr>
          <p:cNvSpPr/>
          <p:nvPr/>
        </p:nvSpPr>
        <p:spPr>
          <a:xfrm>
            <a:off x="4801672" y="806360"/>
            <a:ext cx="2937193" cy="2771540"/>
          </a:xfrm>
          <a:custGeom>
            <a:avLst/>
            <a:gdLst>
              <a:gd name="connsiteX0" fmla="*/ 1152643 w 2615683"/>
              <a:gd name="connsiteY0" fmla="*/ 0 h 2388833"/>
              <a:gd name="connsiteX1" fmla="*/ 2281596 w 2615683"/>
              <a:gd name="connsiteY1" fmla="*/ 437000 h 2388833"/>
              <a:gd name="connsiteX2" fmla="*/ 2305286 w 2615683"/>
              <a:gd name="connsiteY2" fmla="*/ 463002 h 2388833"/>
              <a:gd name="connsiteX3" fmla="*/ 2365819 w 2615683"/>
              <a:gd name="connsiteY3" fmla="*/ 529446 h 2388833"/>
              <a:gd name="connsiteX4" fmla="*/ 2615683 w 2615683"/>
              <a:gd name="connsiteY4" fmla="*/ 1200855 h 2388833"/>
              <a:gd name="connsiteX5" fmla="*/ 2608129 w 2615683"/>
              <a:gd name="connsiteY5" fmla="*/ 1323635 h 2388833"/>
              <a:gd name="connsiteX6" fmla="*/ 2590174 w 2615683"/>
              <a:gd name="connsiteY6" fmla="*/ 1420200 h 2388833"/>
              <a:gd name="connsiteX7" fmla="*/ 2585959 w 2615683"/>
              <a:gd name="connsiteY7" fmla="*/ 1442869 h 2388833"/>
              <a:gd name="connsiteX8" fmla="*/ 2187169 w 2615683"/>
              <a:gd name="connsiteY8" fmla="*/ 2049988 h 2388833"/>
              <a:gd name="connsiteX9" fmla="*/ 2118120 w 2615683"/>
              <a:gd name="connsiteY9" fmla="*/ 2101497 h 2388833"/>
              <a:gd name="connsiteX10" fmla="*/ 2083272 w 2615683"/>
              <a:gd name="connsiteY10" fmla="*/ 2127493 h 2388833"/>
              <a:gd name="connsiteX11" fmla="*/ 1722124 w 2615683"/>
              <a:gd name="connsiteY11" fmla="*/ 2307341 h 2388833"/>
              <a:gd name="connsiteX12" fmla="*/ 1640421 w 2615683"/>
              <a:gd name="connsiteY12" fmla="*/ 2331886 h 2388833"/>
              <a:gd name="connsiteX13" fmla="*/ 1587706 w 2615683"/>
              <a:gd name="connsiteY13" fmla="*/ 2347722 h 2388833"/>
              <a:gd name="connsiteX14" fmla="*/ 1447497 w 2615683"/>
              <a:gd name="connsiteY14" fmla="*/ 2377313 h 2388833"/>
              <a:gd name="connsiteX15" fmla="*/ 1355533 w 2615683"/>
              <a:gd name="connsiteY15" fmla="*/ 2388833 h 2388833"/>
              <a:gd name="connsiteX16" fmla="*/ 1416066 w 2615683"/>
              <a:gd name="connsiteY16" fmla="*/ 2322390 h 2388833"/>
              <a:gd name="connsiteX17" fmla="*/ 1550957 w 2615683"/>
              <a:gd name="connsiteY17" fmla="*/ 2118408 h 2388833"/>
              <a:gd name="connsiteX18" fmla="*/ 1558672 w 2615683"/>
              <a:gd name="connsiteY18" fmla="*/ 2101107 h 2388833"/>
              <a:gd name="connsiteX19" fmla="*/ 1600155 w 2615683"/>
              <a:gd name="connsiteY19" fmla="*/ 2008079 h 2388833"/>
              <a:gd name="connsiteX20" fmla="*/ 1636206 w 2615683"/>
              <a:gd name="connsiteY20" fmla="*/ 1892995 h 2388833"/>
              <a:gd name="connsiteX21" fmla="*/ 1640283 w 2615683"/>
              <a:gd name="connsiteY21" fmla="*/ 1871067 h 2388833"/>
              <a:gd name="connsiteX22" fmla="*/ 1658376 w 2615683"/>
              <a:gd name="connsiteY22" fmla="*/ 1773761 h 2388833"/>
              <a:gd name="connsiteX23" fmla="*/ 1665930 w 2615683"/>
              <a:gd name="connsiteY23" fmla="*/ 1650981 h 2388833"/>
              <a:gd name="connsiteX24" fmla="*/ 1658376 w 2615683"/>
              <a:gd name="connsiteY24" fmla="*/ 1528201 h 2388833"/>
              <a:gd name="connsiteX25" fmla="*/ 1637043 w 2615683"/>
              <a:gd name="connsiteY25" fmla="*/ 1413466 h 2388833"/>
              <a:gd name="connsiteX26" fmla="*/ 1636206 w 2615683"/>
              <a:gd name="connsiteY26" fmla="*/ 1408967 h 2388833"/>
              <a:gd name="connsiteX27" fmla="*/ 1237416 w 2615683"/>
              <a:gd name="connsiteY27" fmla="*/ 801848 h 2388833"/>
              <a:gd name="connsiteX28" fmla="*/ 1152646 w 2615683"/>
              <a:gd name="connsiteY28" fmla="*/ 738611 h 2388833"/>
              <a:gd name="connsiteX29" fmla="*/ 1133519 w 2615683"/>
              <a:gd name="connsiteY29" fmla="*/ 724343 h 2388833"/>
              <a:gd name="connsiteX30" fmla="*/ 202890 w 2615683"/>
              <a:gd name="connsiteY30" fmla="*/ 450126 h 2388833"/>
              <a:gd name="connsiteX31" fmla="*/ 53303 w 2615683"/>
              <a:gd name="connsiteY31" fmla="*/ 456326 h 2388833"/>
              <a:gd name="connsiteX32" fmla="*/ 0 w 2615683"/>
              <a:gd name="connsiteY32" fmla="*/ 463003 h 2388833"/>
              <a:gd name="connsiteX33" fmla="*/ 23690 w 2615683"/>
              <a:gd name="connsiteY33" fmla="*/ 437000 h 2388833"/>
              <a:gd name="connsiteX34" fmla="*/ 1152643 w 2615683"/>
              <a:gd name="connsiteY34" fmla="*/ 0 h 2388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615683" h="2388833">
                <a:moveTo>
                  <a:pt x="1152643" y="0"/>
                </a:moveTo>
                <a:cubicBezTo>
                  <a:pt x="1607152" y="0"/>
                  <a:pt x="2013253" y="170113"/>
                  <a:pt x="2281596" y="437000"/>
                </a:cubicBezTo>
                <a:lnTo>
                  <a:pt x="2305286" y="463002"/>
                </a:lnTo>
                <a:lnTo>
                  <a:pt x="2365819" y="529446"/>
                </a:lnTo>
                <a:cubicBezTo>
                  <a:pt x="2523570" y="721103"/>
                  <a:pt x="2615683" y="952150"/>
                  <a:pt x="2615683" y="1200855"/>
                </a:cubicBezTo>
                <a:cubicBezTo>
                  <a:pt x="2615683" y="1242306"/>
                  <a:pt x="2613125" y="1283266"/>
                  <a:pt x="2608129" y="1323635"/>
                </a:cubicBezTo>
                <a:lnTo>
                  <a:pt x="2590174" y="1420200"/>
                </a:lnTo>
                <a:lnTo>
                  <a:pt x="2585959" y="1442869"/>
                </a:lnTo>
                <a:cubicBezTo>
                  <a:pt x="2527493" y="1677388"/>
                  <a:pt x="2385737" y="1887004"/>
                  <a:pt x="2187169" y="2049988"/>
                </a:cubicBezTo>
                <a:lnTo>
                  <a:pt x="2118120" y="2101497"/>
                </a:lnTo>
                <a:lnTo>
                  <a:pt x="2083272" y="2127493"/>
                </a:lnTo>
                <a:cubicBezTo>
                  <a:pt x="1974887" y="2200911"/>
                  <a:pt x="1853401" y="2261766"/>
                  <a:pt x="1722124" y="2307341"/>
                </a:cubicBezTo>
                <a:lnTo>
                  <a:pt x="1640421" y="2331886"/>
                </a:lnTo>
                <a:lnTo>
                  <a:pt x="1587706" y="2347722"/>
                </a:lnTo>
                <a:cubicBezTo>
                  <a:pt x="1541895" y="2359418"/>
                  <a:pt x="1495117" y="2369315"/>
                  <a:pt x="1447497" y="2377313"/>
                </a:cubicBezTo>
                <a:lnTo>
                  <a:pt x="1355533" y="2388833"/>
                </a:lnTo>
                <a:lnTo>
                  <a:pt x="1416066" y="2322390"/>
                </a:lnTo>
                <a:cubicBezTo>
                  <a:pt x="1468650" y="2258505"/>
                  <a:pt x="1513940" y="2190242"/>
                  <a:pt x="1550957" y="2118408"/>
                </a:cubicBezTo>
                <a:lnTo>
                  <a:pt x="1558672" y="2101107"/>
                </a:lnTo>
                <a:lnTo>
                  <a:pt x="1600155" y="2008079"/>
                </a:lnTo>
                <a:cubicBezTo>
                  <a:pt x="1614404" y="1970476"/>
                  <a:pt x="1626462" y="1932082"/>
                  <a:pt x="1636206" y="1892995"/>
                </a:cubicBezTo>
                <a:lnTo>
                  <a:pt x="1640283" y="1871067"/>
                </a:lnTo>
                <a:lnTo>
                  <a:pt x="1658376" y="1773761"/>
                </a:lnTo>
                <a:cubicBezTo>
                  <a:pt x="1663372" y="1733392"/>
                  <a:pt x="1665930" y="1692432"/>
                  <a:pt x="1665930" y="1650981"/>
                </a:cubicBezTo>
                <a:cubicBezTo>
                  <a:pt x="1665930" y="1609530"/>
                  <a:pt x="1663372" y="1568570"/>
                  <a:pt x="1658376" y="1528201"/>
                </a:cubicBezTo>
                <a:lnTo>
                  <a:pt x="1637043" y="1413466"/>
                </a:lnTo>
                <a:lnTo>
                  <a:pt x="1636206" y="1408967"/>
                </a:lnTo>
                <a:cubicBezTo>
                  <a:pt x="1577740" y="1174449"/>
                  <a:pt x="1435984" y="964832"/>
                  <a:pt x="1237416" y="801848"/>
                </a:cubicBezTo>
                <a:lnTo>
                  <a:pt x="1152646" y="738611"/>
                </a:lnTo>
                <a:lnTo>
                  <a:pt x="1133519" y="724343"/>
                </a:lnTo>
                <a:cubicBezTo>
                  <a:pt x="880620" y="553034"/>
                  <a:pt x="556397" y="450126"/>
                  <a:pt x="202890" y="450126"/>
                </a:cubicBezTo>
                <a:cubicBezTo>
                  <a:pt x="152389" y="450126"/>
                  <a:pt x="102486" y="452226"/>
                  <a:pt x="53303" y="456326"/>
                </a:cubicBezTo>
                <a:lnTo>
                  <a:pt x="0" y="463003"/>
                </a:lnTo>
                <a:lnTo>
                  <a:pt x="23690" y="437000"/>
                </a:lnTo>
                <a:cubicBezTo>
                  <a:pt x="292033" y="170113"/>
                  <a:pt x="698135" y="0"/>
                  <a:pt x="1152643" y="0"/>
                </a:cubicBezTo>
                <a:close/>
              </a:path>
            </a:pathLst>
          </a:custGeom>
          <a:gradFill>
            <a:gsLst>
              <a:gs pos="46000">
                <a:schemeClr val="accent1">
                  <a:lumMod val="75000"/>
                </a:schemeClr>
              </a:gs>
              <a:gs pos="73000">
                <a:schemeClr val="accent1">
                  <a:lumMod val="60000"/>
                  <a:lumOff val="40000"/>
                </a:schemeClr>
              </a:gs>
              <a:gs pos="95000">
                <a:schemeClr val="accent1">
                  <a:lumMod val="50000"/>
                </a:schemeClr>
              </a:gs>
            </a:gsLst>
            <a:lin ang="10800000" scaled="1"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8B9E941D-3371-43B1-89DA-0FBA84908D1D}"/>
              </a:ext>
            </a:extLst>
          </p:cNvPr>
          <p:cNvSpPr/>
          <p:nvPr/>
        </p:nvSpPr>
        <p:spPr>
          <a:xfrm>
            <a:off x="5868172" y="1344362"/>
            <a:ext cx="2937192" cy="2770519"/>
          </a:xfrm>
          <a:custGeom>
            <a:avLst/>
            <a:gdLst>
              <a:gd name="connsiteX0" fmla="*/ 1355527 w 2615682"/>
              <a:gd name="connsiteY0" fmla="*/ 0 h 2388834"/>
              <a:gd name="connsiteX1" fmla="*/ 1447496 w 2615682"/>
              <a:gd name="connsiteY1" fmla="*/ 11521 h 2388834"/>
              <a:gd name="connsiteX2" fmla="*/ 2615682 w 2615682"/>
              <a:gd name="connsiteY2" fmla="*/ 1187979 h 2388834"/>
              <a:gd name="connsiteX3" fmla="*/ 2549907 w 2615682"/>
              <a:gd name="connsiteY3" fmla="*/ 1545077 h 2388834"/>
              <a:gd name="connsiteX4" fmla="*/ 2508424 w 2615682"/>
              <a:gd name="connsiteY4" fmla="*/ 1638105 h 2388834"/>
              <a:gd name="connsiteX5" fmla="*/ 2500709 w 2615682"/>
              <a:gd name="connsiteY5" fmla="*/ 1655406 h 2388834"/>
              <a:gd name="connsiteX6" fmla="*/ 1722123 w 2615682"/>
              <a:gd name="connsiteY6" fmla="*/ 2294465 h 2388834"/>
              <a:gd name="connsiteX7" fmla="*/ 1640278 w 2615682"/>
              <a:gd name="connsiteY7" fmla="*/ 2319053 h 2388834"/>
              <a:gd name="connsiteX8" fmla="*/ 1587705 w 2615682"/>
              <a:gd name="connsiteY8" fmla="*/ 2334846 h 2388834"/>
              <a:gd name="connsiteX9" fmla="*/ 1152642 w 2615682"/>
              <a:gd name="connsiteY9" fmla="*/ 2388834 h 2388834"/>
              <a:gd name="connsiteX10" fmla="*/ 717579 w 2615682"/>
              <a:gd name="connsiteY10" fmla="*/ 2334846 h 2388834"/>
              <a:gd name="connsiteX11" fmla="*/ 687284 w 2615682"/>
              <a:gd name="connsiteY11" fmla="*/ 2325745 h 2388834"/>
              <a:gd name="connsiteX12" fmla="*/ 583161 w 2615682"/>
              <a:gd name="connsiteY12" fmla="*/ 2294465 h 2388834"/>
              <a:gd name="connsiteX13" fmla="*/ 222013 w 2615682"/>
              <a:gd name="connsiteY13" fmla="*/ 2114617 h 2388834"/>
              <a:gd name="connsiteX14" fmla="*/ 202887 w 2615682"/>
              <a:gd name="connsiteY14" fmla="*/ 2100349 h 2388834"/>
              <a:gd name="connsiteX15" fmla="*/ 118116 w 2615682"/>
              <a:gd name="connsiteY15" fmla="*/ 2037112 h 2388834"/>
              <a:gd name="connsiteX16" fmla="*/ 23689 w 2615682"/>
              <a:gd name="connsiteY16" fmla="*/ 1951834 h 2388834"/>
              <a:gd name="connsiteX17" fmla="*/ 0 w 2615682"/>
              <a:gd name="connsiteY17" fmla="*/ 1925832 h 2388834"/>
              <a:gd name="connsiteX18" fmla="*/ 53297 w 2615682"/>
              <a:gd name="connsiteY18" fmla="*/ 1932508 h 2388834"/>
              <a:gd name="connsiteX19" fmla="*/ 202884 w 2615682"/>
              <a:gd name="connsiteY19" fmla="*/ 1938708 h 2388834"/>
              <a:gd name="connsiteX20" fmla="*/ 352471 w 2615682"/>
              <a:gd name="connsiteY20" fmla="*/ 1932508 h 2388834"/>
              <a:gd name="connsiteX21" fmla="*/ 405774 w 2615682"/>
              <a:gd name="connsiteY21" fmla="*/ 1925831 h 2388834"/>
              <a:gd name="connsiteX22" fmla="*/ 497738 w 2615682"/>
              <a:gd name="connsiteY22" fmla="*/ 1914311 h 2388834"/>
              <a:gd name="connsiteX23" fmla="*/ 637947 w 2615682"/>
              <a:gd name="connsiteY23" fmla="*/ 1884720 h 2388834"/>
              <a:gd name="connsiteX24" fmla="*/ 690662 w 2615682"/>
              <a:gd name="connsiteY24" fmla="*/ 1868884 h 2388834"/>
              <a:gd name="connsiteX25" fmla="*/ 772365 w 2615682"/>
              <a:gd name="connsiteY25" fmla="*/ 1844339 h 2388834"/>
              <a:gd name="connsiteX26" fmla="*/ 1133513 w 2615682"/>
              <a:gd name="connsiteY26" fmla="*/ 1664491 h 2388834"/>
              <a:gd name="connsiteX27" fmla="*/ 1168361 w 2615682"/>
              <a:gd name="connsiteY27" fmla="*/ 1638495 h 2388834"/>
              <a:gd name="connsiteX28" fmla="*/ 1237410 w 2615682"/>
              <a:gd name="connsiteY28" fmla="*/ 1586986 h 2388834"/>
              <a:gd name="connsiteX29" fmla="*/ 1636200 w 2615682"/>
              <a:gd name="connsiteY29" fmla="*/ 979867 h 2388834"/>
              <a:gd name="connsiteX30" fmla="*/ 1640415 w 2615682"/>
              <a:gd name="connsiteY30" fmla="*/ 957198 h 2388834"/>
              <a:gd name="connsiteX31" fmla="*/ 1658370 w 2615682"/>
              <a:gd name="connsiteY31" fmla="*/ 860633 h 2388834"/>
              <a:gd name="connsiteX32" fmla="*/ 1665924 w 2615682"/>
              <a:gd name="connsiteY32" fmla="*/ 737853 h 2388834"/>
              <a:gd name="connsiteX33" fmla="*/ 1416060 w 2615682"/>
              <a:gd name="connsiteY33" fmla="*/ 66444 h 23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615682" h="2388834">
                <a:moveTo>
                  <a:pt x="1355527" y="0"/>
                </a:moveTo>
                <a:lnTo>
                  <a:pt x="1447496" y="11521"/>
                </a:lnTo>
                <a:cubicBezTo>
                  <a:pt x="2114179" y="123496"/>
                  <a:pt x="2615682" y="607667"/>
                  <a:pt x="2615682" y="1187979"/>
                </a:cubicBezTo>
                <a:cubicBezTo>
                  <a:pt x="2615682" y="1312332"/>
                  <a:pt x="2592654" y="1432270"/>
                  <a:pt x="2549907" y="1545077"/>
                </a:cubicBezTo>
                <a:lnTo>
                  <a:pt x="2508424" y="1638105"/>
                </a:lnTo>
                <a:lnTo>
                  <a:pt x="2500709" y="1655406"/>
                </a:lnTo>
                <a:cubicBezTo>
                  <a:pt x="2352642" y="1942743"/>
                  <a:pt x="2072195" y="2172932"/>
                  <a:pt x="1722123" y="2294465"/>
                </a:cubicBezTo>
                <a:lnTo>
                  <a:pt x="1640278" y="2319053"/>
                </a:lnTo>
                <a:lnTo>
                  <a:pt x="1587705" y="2334846"/>
                </a:lnTo>
                <a:cubicBezTo>
                  <a:pt x="1450269" y="2369933"/>
                  <a:pt x="1304145" y="2388834"/>
                  <a:pt x="1152642" y="2388834"/>
                </a:cubicBezTo>
                <a:cubicBezTo>
                  <a:pt x="1001139" y="2388834"/>
                  <a:pt x="855015" y="2369933"/>
                  <a:pt x="717579" y="2334846"/>
                </a:cubicBezTo>
                <a:lnTo>
                  <a:pt x="687284" y="2325745"/>
                </a:lnTo>
                <a:lnTo>
                  <a:pt x="583161" y="2294465"/>
                </a:lnTo>
                <a:cubicBezTo>
                  <a:pt x="451884" y="2248890"/>
                  <a:pt x="330398" y="2188035"/>
                  <a:pt x="222013" y="2114617"/>
                </a:cubicBezTo>
                <a:lnTo>
                  <a:pt x="202887" y="2100349"/>
                </a:lnTo>
                <a:lnTo>
                  <a:pt x="118116" y="2037112"/>
                </a:lnTo>
                <a:cubicBezTo>
                  <a:pt x="85022" y="2009948"/>
                  <a:pt x="53505" y="1981489"/>
                  <a:pt x="23689" y="1951834"/>
                </a:cubicBezTo>
                <a:lnTo>
                  <a:pt x="0" y="1925832"/>
                </a:lnTo>
                <a:lnTo>
                  <a:pt x="53297" y="1932508"/>
                </a:lnTo>
                <a:cubicBezTo>
                  <a:pt x="102480" y="1936608"/>
                  <a:pt x="152383" y="1938708"/>
                  <a:pt x="202884" y="1938708"/>
                </a:cubicBezTo>
                <a:cubicBezTo>
                  <a:pt x="253385" y="1938708"/>
                  <a:pt x="303289" y="1936608"/>
                  <a:pt x="352471" y="1932508"/>
                </a:cubicBezTo>
                <a:lnTo>
                  <a:pt x="405774" y="1925831"/>
                </a:lnTo>
                <a:lnTo>
                  <a:pt x="497738" y="1914311"/>
                </a:lnTo>
                <a:cubicBezTo>
                  <a:pt x="545358" y="1906313"/>
                  <a:pt x="592136" y="1896416"/>
                  <a:pt x="637947" y="1884720"/>
                </a:cubicBezTo>
                <a:lnTo>
                  <a:pt x="690662" y="1868884"/>
                </a:lnTo>
                <a:lnTo>
                  <a:pt x="772365" y="1844339"/>
                </a:lnTo>
                <a:cubicBezTo>
                  <a:pt x="903642" y="1798764"/>
                  <a:pt x="1025128" y="1737909"/>
                  <a:pt x="1133513" y="1664491"/>
                </a:cubicBezTo>
                <a:lnTo>
                  <a:pt x="1168361" y="1638495"/>
                </a:lnTo>
                <a:lnTo>
                  <a:pt x="1237410" y="1586986"/>
                </a:lnTo>
                <a:cubicBezTo>
                  <a:pt x="1435978" y="1424002"/>
                  <a:pt x="1577734" y="1214386"/>
                  <a:pt x="1636200" y="979867"/>
                </a:cubicBezTo>
                <a:lnTo>
                  <a:pt x="1640415" y="957198"/>
                </a:lnTo>
                <a:lnTo>
                  <a:pt x="1658370" y="860633"/>
                </a:lnTo>
                <a:cubicBezTo>
                  <a:pt x="1663366" y="820264"/>
                  <a:pt x="1665924" y="779304"/>
                  <a:pt x="1665924" y="737853"/>
                </a:cubicBezTo>
                <a:cubicBezTo>
                  <a:pt x="1665924" y="489148"/>
                  <a:pt x="1573811" y="258101"/>
                  <a:pt x="1416060" y="66444"/>
                </a:cubicBezTo>
                <a:close/>
              </a:path>
            </a:pathLst>
          </a:custGeom>
          <a:gradFill>
            <a:gsLst>
              <a:gs pos="46000">
                <a:schemeClr val="accent1">
                  <a:lumMod val="75000"/>
                </a:schemeClr>
              </a:gs>
              <a:gs pos="73000">
                <a:schemeClr val="accent1">
                  <a:lumMod val="60000"/>
                  <a:lumOff val="40000"/>
                </a:schemeClr>
              </a:gs>
              <a:gs pos="95000">
                <a:schemeClr val="accent1">
                  <a:lumMod val="50000"/>
                </a:schemeClr>
              </a:gs>
            </a:gsLst>
            <a:lin ang="10800000" scaled="1"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8720985-26C1-4FE1-905D-E6FB7F15AB81}"/>
              </a:ext>
            </a:extLst>
          </p:cNvPr>
          <p:cNvSpPr/>
          <p:nvPr/>
        </p:nvSpPr>
        <p:spPr>
          <a:xfrm>
            <a:off x="4267199" y="-464820"/>
            <a:ext cx="3657596" cy="1635403"/>
          </a:xfrm>
          <a:custGeom>
            <a:avLst/>
            <a:gdLst>
              <a:gd name="connsiteX0" fmla="*/ 0 w 676292"/>
              <a:gd name="connsiteY0" fmla="*/ 0 h 368408"/>
              <a:gd name="connsiteX1" fmla="*/ 676292 w 676292"/>
              <a:gd name="connsiteY1" fmla="*/ 0 h 368408"/>
              <a:gd name="connsiteX2" fmla="*/ 676292 w 676292"/>
              <a:gd name="connsiteY2" fmla="*/ 368408 h 368408"/>
              <a:gd name="connsiteX3" fmla="*/ 0 w 676292"/>
              <a:gd name="connsiteY3" fmla="*/ 368408 h 368408"/>
              <a:gd name="connsiteX4" fmla="*/ 0 w 676292"/>
              <a:gd name="connsiteY4" fmla="*/ 0 h 368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6292" h="368408">
                <a:moveTo>
                  <a:pt x="0" y="0"/>
                </a:moveTo>
                <a:lnTo>
                  <a:pt x="676292" y="0"/>
                </a:lnTo>
                <a:lnTo>
                  <a:pt x="676292" y="368408"/>
                </a:lnTo>
                <a:lnTo>
                  <a:pt x="0" y="36840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2600" kern="120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12036F4-23B4-4499-9398-22C056CFB80C}"/>
              </a:ext>
            </a:extLst>
          </p:cNvPr>
          <p:cNvSpPr/>
          <p:nvPr/>
        </p:nvSpPr>
        <p:spPr>
          <a:xfrm>
            <a:off x="8725815" y="1092708"/>
            <a:ext cx="3466185" cy="1791154"/>
          </a:xfrm>
          <a:custGeom>
            <a:avLst/>
            <a:gdLst>
              <a:gd name="connsiteX0" fmla="*/ 0 w 640900"/>
              <a:gd name="connsiteY0" fmla="*/ 0 h 403494"/>
              <a:gd name="connsiteX1" fmla="*/ 640900 w 640900"/>
              <a:gd name="connsiteY1" fmla="*/ 0 h 403494"/>
              <a:gd name="connsiteX2" fmla="*/ 640900 w 640900"/>
              <a:gd name="connsiteY2" fmla="*/ 403494 h 403494"/>
              <a:gd name="connsiteX3" fmla="*/ 0 w 640900"/>
              <a:gd name="connsiteY3" fmla="*/ 403494 h 403494"/>
              <a:gd name="connsiteX4" fmla="*/ 0 w 640900"/>
              <a:gd name="connsiteY4" fmla="*/ 0 h 403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0900" h="403494">
                <a:moveTo>
                  <a:pt x="0" y="0"/>
                </a:moveTo>
                <a:lnTo>
                  <a:pt x="640900" y="0"/>
                </a:lnTo>
                <a:lnTo>
                  <a:pt x="640900" y="403494"/>
                </a:lnTo>
                <a:lnTo>
                  <a:pt x="0" y="40349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2600" kern="120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4927421-A888-4F72-B3BD-6DD303E1CC34}"/>
              </a:ext>
            </a:extLst>
          </p:cNvPr>
          <p:cNvSpPr/>
          <p:nvPr/>
        </p:nvSpPr>
        <p:spPr>
          <a:xfrm>
            <a:off x="8725815" y="3763871"/>
            <a:ext cx="3466185" cy="2001421"/>
          </a:xfrm>
          <a:custGeom>
            <a:avLst/>
            <a:gdLst>
              <a:gd name="connsiteX0" fmla="*/ 0 w 640900"/>
              <a:gd name="connsiteY0" fmla="*/ 0 h 450861"/>
              <a:gd name="connsiteX1" fmla="*/ 640900 w 640900"/>
              <a:gd name="connsiteY1" fmla="*/ 0 h 450861"/>
              <a:gd name="connsiteX2" fmla="*/ 640900 w 640900"/>
              <a:gd name="connsiteY2" fmla="*/ 450861 h 450861"/>
              <a:gd name="connsiteX3" fmla="*/ 0 w 640900"/>
              <a:gd name="connsiteY3" fmla="*/ 450861 h 450861"/>
              <a:gd name="connsiteX4" fmla="*/ 0 w 640900"/>
              <a:gd name="connsiteY4" fmla="*/ 0 h 450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0900" h="450861">
                <a:moveTo>
                  <a:pt x="0" y="0"/>
                </a:moveTo>
                <a:lnTo>
                  <a:pt x="640900" y="0"/>
                </a:lnTo>
                <a:lnTo>
                  <a:pt x="640900" y="450861"/>
                </a:lnTo>
                <a:lnTo>
                  <a:pt x="0" y="450861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2600" kern="120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0A59B07-4A01-4724-B49F-C760293B2F26}"/>
              </a:ext>
            </a:extLst>
          </p:cNvPr>
          <p:cNvSpPr/>
          <p:nvPr/>
        </p:nvSpPr>
        <p:spPr>
          <a:xfrm>
            <a:off x="4267199" y="5687417"/>
            <a:ext cx="3657596" cy="1635403"/>
          </a:xfrm>
          <a:custGeom>
            <a:avLst/>
            <a:gdLst>
              <a:gd name="connsiteX0" fmla="*/ 0 w 676292"/>
              <a:gd name="connsiteY0" fmla="*/ 0 h 368408"/>
              <a:gd name="connsiteX1" fmla="*/ 676292 w 676292"/>
              <a:gd name="connsiteY1" fmla="*/ 0 h 368408"/>
              <a:gd name="connsiteX2" fmla="*/ 676292 w 676292"/>
              <a:gd name="connsiteY2" fmla="*/ 368408 h 368408"/>
              <a:gd name="connsiteX3" fmla="*/ 0 w 676292"/>
              <a:gd name="connsiteY3" fmla="*/ 368408 h 368408"/>
              <a:gd name="connsiteX4" fmla="*/ 0 w 676292"/>
              <a:gd name="connsiteY4" fmla="*/ 0 h 368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6292" h="368408">
                <a:moveTo>
                  <a:pt x="0" y="0"/>
                </a:moveTo>
                <a:lnTo>
                  <a:pt x="676292" y="0"/>
                </a:lnTo>
                <a:lnTo>
                  <a:pt x="676292" y="368408"/>
                </a:lnTo>
                <a:lnTo>
                  <a:pt x="0" y="36840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2600" kern="120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75B20AB-8DFB-4254-B384-34EFCE24CEFC}"/>
              </a:ext>
            </a:extLst>
          </p:cNvPr>
          <p:cNvSpPr/>
          <p:nvPr/>
        </p:nvSpPr>
        <p:spPr>
          <a:xfrm>
            <a:off x="0" y="3763871"/>
            <a:ext cx="3466185" cy="2001421"/>
          </a:xfrm>
          <a:custGeom>
            <a:avLst/>
            <a:gdLst>
              <a:gd name="connsiteX0" fmla="*/ 0 w 640900"/>
              <a:gd name="connsiteY0" fmla="*/ 0 h 450861"/>
              <a:gd name="connsiteX1" fmla="*/ 640900 w 640900"/>
              <a:gd name="connsiteY1" fmla="*/ 0 h 450861"/>
              <a:gd name="connsiteX2" fmla="*/ 640900 w 640900"/>
              <a:gd name="connsiteY2" fmla="*/ 450861 h 450861"/>
              <a:gd name="connsiteX3" fmla="*/ 0 w 640900"/>
              <a:gd name="connsiteY3" fmla="*/ 450861 h 450861"/>
              <a:gd name="connsiteX4" fmla="*/ 0 w 640900"/>
              <a:gd name="connsiteY4" fmla="*/ 0 h 450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0900" h="450861">
                <a:moveTo>
                  <a:pt x="0" y="0"/>
                </a:moveTo>
                <a:lnTo>
                  <a:pt x="640900" y="0"/>
                </a:lnTo>
                <a:lnTo>
                  <a:pt x="640900" y="450861"/>
                </a:lnTo>
                <a:lnTo>
                  <a:pt x="0" y="450861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2600" kern="120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BDB7EF7-B831-4FB1-A9A6-5F6EEBA35AD9}"/>
              </a:ext>
            </a:extLst>
          </p:cNvPr>
          <p:cNvSpPr/>
          <p:nvPr/>
        </p:nvSpPr>
        <p:spPr>
          <a:xfrm>
            <a:off x="0" y="1092708"/>
            <a:ext cx="3466185" cy="2001421"/>
          </a:xfrm>
          <a:custGeom>
            <a:avLst/>
            <a:gdLst>
              <a:gd name="connsiteX0" fmla="*/ 0 w 640900"/>
              <a:gd name="connsiteY0" fmla="*/ 0 h 450861"/>
              <a:gd name="connsiteX1" fmla="*/ 640900 w 640900"/>
              <a:gd name="connsiteY1" fmla="*/ 0 h 450861"/>
              <a:gd name="connsiteX2" fmla="*/ 640900 w 640900"/>
              <a:gd name="connsiteY2" fmla="*/ 450861 h 450861"/>
              <a:gd name="connsiteX3" fmla="*/ 0 w 640900"/>
              <a:gd name="connsiteY3" fmla="*/ 450861 h 450861"/>
              <a:gd name="connsiteX4" fmla="*/ 0 w 640900"/>
              <a:gd name="connsiteY4" fmla="*/ 0 h 450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0900" h="450861">
                <a:moveTo>
                  <a:pt x="0" y="0"/>
                </a:moveTo>
                <a:lnTo>
                  <a:pt x="640900" y="0"/>
                </a:lnTo>
                <a:lnTo>
                  <a:pt x="640900" y="450861"/>
                </a:lnTo>
                <a:lnTo>
                  <a:pt x="0" y="450861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IN" sz="2600" kern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241CA3-849B-4E27-A084-2764CF6619C8}"/>
              </a:ext>
            </a:extLst>
          </p:cNvPr>
          <p:cNvSpPr txBox="1"/>
          <p:nvPr/>
        </p:nvSpPr>
        <p:spPr>
          <a:xfrm>
            <a:off x="316788" y="1161613"/>
            <a:ext cx="36027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Lucida Bright" panose="02040602050505020304" pitchFamily="18" charset="0"/>
              </a:rPr>
              <a:t>1)</a:t>
            </a:r>
            <a:r>
              <a:rPr lang="en-US" sz="3200" dirty="0">
                <a:solidFill>
                  <a:schemeClr val="bg1"/>
                </a:solidFill>
              </a:rPr>
              <a:t> Sales by Category (Bar Chart)</a:t>
            </a:r>
            <a:endParaRPr lang="en-IN" sz="3200" b="1" dirty="0">
              <a:solidFill>
                <a:schemeClr val="bg1"/>
              </a:solidFill>
              <a:latin typeface="Lucida Bright" panose="020406020505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139CDE-E54B-4640-B703-414B49CA0165}"/>
              </a:ext>
            </a:extLst>
          </p:cNvPr>
          <p:cNvSpPr txBox="1"/>
          <p:nvPr/>
        </p:nvSpPr>
        <p:spPr>
          <a:xfrm>
            <a:off x="8725815" y="1296303"/>
            <a:ext cx="3335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EEF0FF"/>
                </a:solidFill>
                <a:latin typeface="Lucida Bright" panose="02040602050505020304" pitchFamily="18" charset="0"/>
              </a:rPr>
              <a:t>2</a:t>
            </a:r>
            <a:r>
              <a:rPr lang="en-IN" sz="3200" b="1" i="0" dirty="0">
                <a:solidFill>
                  <a:srgbClr val="EEF0FF"/>
                </a:solidFill>
                <a:effectLst/>
                <a:latin typeface="Lucida Bright" panose="02040602050505020304" pitchFamily="18" charset="0"/>
              </a:rPr>
              <a:t>)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bg1"/>
                </a:solidFill>
              </a:rPr>
              <a:t>Profit by Region (Bar Chart)</a:t>
            </a:r>
            <a:endParaRPr lang="en-GB" sz="3200" dirty="0">
              <a:solidFill>
                <a:schemeClr val="bg1"/>
              </a:solidFill>
              <a:latin typeface="Lucida Bright" panose="020406020505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2B01ED-0ED9-49F1-8B6B-69DAE38B9617}"/>
              </a:ext>
            </a:extLst>
          </p:cNvPr>
          <p:cNvSpPr txBox="1"/>
          <p:nvPr/>
        </p:nvSpPr>
        <p:spPr>
          <a:xfrm>
            <a:off x="399610" y="4316024"/>
            <a:ext cx="35086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EEF0FF"/>
                </a:solidFill>
                <a:latin typeface="Lucida Bright" panose="02040602050505020304" pitchFamily="18" charset="0"/>
              </a:rPr>
              <a:t>3</a:t>
            </a:r>
            <a:r>
              <a:rPr lang="en-IN" sz="3200" b="1" i="0" dirty="0">
                <a:solidFill>
                  <a:srgbClr val="EEF0FF"/>
                </a:solidFill>
                <a:effectLst/>
                <a:latin typeface="Lucida Bright" panose="02040602050505020304" pitchFamily="18" charset="0"/>
              </a:rPr>
              <a:t>)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bg1"/>
                </a:solidFill>
              </a:rPr>
              <a:t>Sales by Customer Segment (Pie Chart)</a:t>
            </a:r>
            <a:endParaRPr lang="en-GB" sz="3200" dirty="0">
              <a:solidFill>
                <a:schemeClr val="bg1"/>
              </a:solidFill>
              <a:latin typeface="Lucida Bright" panose="020406020505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6DF5B1-49D2-453D-A7A6-AFA724D0EB12}"/>
              </a:ext>
            </a:extLst>
          </p:cNvPr>
          <p:cNvSpPr txBox="1"/>
          <p:nvPr/>
        </p:nvSpPr>
        <p:spPr>
          <a:xfrm>
            <a:off x="8786078" y="4222869"/>
            <a:ext cx="399031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Displays revenue contribution by:</a:t>
            </a:r>
          </a:p>
          <a:p>
            <a:r>
              <a:rPr lang="en-US" sz="2800" dirty="0">
                <a:solidFill>
                  <a:schemeClr val="bg1"/>
                </a:solidFill>
              </a:rPr>
              <a:t>Consumer</a:t>
            </a:r>
          </a:p>
          <a:p>
            <a:r>
              <a:rPr lang="en-US" sz="2800" dirty="0">
                <a:solidFill>
                  <a:schemeClr val="bg1"/>
                </a:solidFill>
              </a:rPr>
              <a:t>Corporate</a:t>
            </a:r>
          </a:p>
          <a:p>
            <a:r>
              <a:rPr lang="en-US" sz="2800" dirty="0">
                <a:solidFill>
                  <a:schemeClr val="bg1"/>
                </a:solidFill>
              </a:rPr>
              <a:t>Home Office</a:t>
            </a:r>
          </a:p>
          <a:p>
            <a:pPr algn="ctr"/>
            <a:endParaRPr lang="en-GB" sz="2800" dirty="0">
              <a:solidFill>
                <a:schemeClr val="bg1"/>
              </a:solidFill>
              <a:latin typeface="Lucida Bright" panose="020406020505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96DB8C-8580-1A1C-E467-5A19FD1E618A}"/>
              </a:ext>
            </a:extLst>
          </p:cNvPr>
          <p:cNvSpPr txBox="1"/>
          <p:nvPr/>
        </p:nvSpPr>
        <p:spPr>
          <a:xfrm>
            <a:off x="4584288" y="1882090"/>
            <a:ext cx="3539185" cy="2554545"/>
          </a:xfrm>
          <a:prstGeom prst="rect">
            <a:avLst/>
          </a:prstGeom>
          <a:gradFill flip="none" rotWithShape="1">
            <a:gsLst>
              <a:gs pos="5000">
                <a:schemeClr val="bg2">
                  <a:lumMod val="90000"/>
                </a:schemeClr>
              </a:gs>
              <a:gs pos="23000">
                <a:schemeClr val="bg2">
                  <a:lumMod val="75000"/>
                </a:schemeClr>
              </a:gs>
              <a:gs pos="69000">
                <a:schemeClr val="tx1">
                  <a:lumMod val="75000"/>
                  <a:lumOff val="2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Arial Black" panose="020B0A04020102020204" pitchFamily="34" charset="0"/>
              </a:rPr>
              <a:t>CATEGORY, REGION &amp; SEGMENT ANALYSIS</a:t>
            </a:r>
            <a:endParaRPr lang="en-IN" sz="4000" b="1" dirty="0">
              <a:solidFill>
                <a:schemeClr val="bg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028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4298">
        <p159:morph option="byObject"/>
      </p:transition>
    </mc:Choice>
    <mc:Fallback xmlns="">
      <p:transition spd="slow" advTm="24298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A9048678-5C08-4F71-9CDC-C2DF58783C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187363" cy="6858000"/>
          </a:xfrm>
          <a:prstGeom prst="rect">
            <a:avLst/>
          </a:prstGeom>
        </p:spPr>
      </p:pic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E1257E48-96B5-4299-B9E8-6AB965564BFE}"/>
              </a:ext>
            </a:extLst>
          </p:cNvPr>
          <p:cNvSpPr/>
          <p:nvPr/>
        </p:nvSpPr>
        <p:spPr>
          <a:xfrm>
            <a:off x="4" y="0"/>
            <a:ext cx="12191996" cy="7000875"/>
          </a:xfrm>
          <a:custGeom>
            <a:avLst/>
            <a:gdLst>
              <a:gd name="connsiteX0" fmla="*/ 2836069 w 12191996"/>
              <a:gd name="connsiteY0" fmla="*/ 5567725 h 6857998"/>
              <a:gd name="connsiteX1" fmla="*/ 2632417 w 12191996"/>
              <a:gd name="connsiteY1" fmla="*/ 5771377 h 6857998"/>
              <a:gd name="connsiteX2" fmla="*/ 2632417 w 12191996"/>
              <a:gd name="connsiteY2" fmla="*/ 6591026 h 6857998"/>
              <a:gd name="connsiteX3" fmla="*/ 2836069 w 12191996"/>
              <a:gd name="connsiteY3" fmla="*/ 6794678 h 6857998"/>
              <a:gd name="connsiteX4" fmla="*/ 3650654 w 12191996"/>
              <a:gd name="connsiteY4" fmla="*/ 6794678 h 6857998"/>
              <a:gd name="connsiteX5" fmla="*/ 3854305 w 12191996"/>
              <a:gd name="connsiteY5" fmla="*/ 6591026 h 6857998"/>
              <a:gd name="connsiteX6" fmla="*/ 3854305 w 12191996"/>
              <a:gd name="connsiteY6" fmla="*/ 5771377 h 6857998"/>
              <a:gd name="connsiteX7" fmla="*/ 3650654 w 12191996"/>
              <a:gd name="connsiteY7" fmla="*/ 5567725 h 6857998"/>
              <a:gd name="connsiteX8" fmla="*/ 4604580 w 12191996"/>
              <a:gd name="connsiteY8" fmla="*/ 5567724 h 6857998"/>
              <a:gd name="connsiteX9" fmla="*/ 4400084 w 12191996"/>
              <a:gd name="connsiteY9" fmla="*/ 5772220 h 6857998"/>
              <a:gd name="connsiteX10" fmla="*/ 4400084 w 12191996"/>
              <a:gd name="connsiteY10" fmla="*/ 6590181 h 6857998"/>
              <a:gd name="connsiteX11" fmla="*/ 4604580 w 12191996"/>
              <a:gd name="connsiteY11" fmla="*/ 6794677 h 6857998"/>
              <a:gd name="connsiteX12" fmla="*/ 5490787 w 12191996"/>
              <a:gd name="connsiteY12" fmla="*/ 6794677 h 6857998"/>
              <a:gd name="connsiteX13" fmla="*/ 5695283 w 12191996"/>
              <a:gd name="connsiteY13" fmla="*/ 6590181 h 6857998"/>
              <a:gd name="connsiteX14" fmla="*/ 5695283 w 12191996"/>
              <a:gd name="connsiteY14" fmla="*/ 5772220 h 6857998"/>
              <a:gd name="connsiteX15" fmla="*/ 5490787 w 12191996"/>
              <a:gd name="connsiteY15" fmla="*/ 5567724 h 6857998"/>
              <a:gd name="connsiteX16" fmla="*/ 3426653 w 12191996"/>
              <a:gd name="connsiteY16" fmla="*/ 4083066 h 6857998"/>
              <a:gd name="connsiteX17" fmla="*/ 3223001 w 12191996"/>
              <a:gd name="connsiteY17" fmla="*/ 4286718 h 6857998"/>
              <a:gd name="connsiteX18" fmla="*/ 3223001 w 12191996"/>
              <a:gd name="connsiteY18" fmla="*/ 5106367 h 6857998"/>
              <a:gd name="connsiteX19" fmla="*/ 3426653 w 12191996"/>
              <a:gd name="connsiteY19" fmla="*/ 5310019 h 6857998"/>
              <a:gd name="connsiteX20" fmla="*/ 4241236 w 12191996"/>
              <a:gd name="connsiteY20" fmla="*/ 5310019 h 6857998"/>
              <a:gd name="connsiteX21" fmla="*/ 4444888 w 12191996"/>
              <a:gd name="connsiteY21" fmla="*/ 5106367 h 6857998"/>
              <a:gd name="connsiteX22" fmla="*/ 4444888 w 12191996"/>
              <a:gd name="connsiteY22" fmla="*/ 4286718 h 6857998"/>
              <a:gd name="connsiteX23" fmla="*/ 4241236 w 12191996"/>
              <a:gd name="connsiteY23" fmla="*/ 4083066 h 6857998"/>
              <a:gd name="connsiteX24" fmla="*/ 5194318 w 12191996"/>
              <a:gd name="connsiteY24" fmla="*/ 4083065 h 6857998"/>
              <a:gd name="connsiteX25" fmla="*/ 4990666 w 12191996"/>
              <a:gd name="connsiteY25" fmla="*/ 4286717 h 6857998"/>
              <a:gd name="connsiteX26" fmla="*/ 4990666 w 12191996"/>
              <a:gd name="connsiteY26" fmla="*/ 5106366 h 6857998"/>
              <a:gd name="connsiteX27" fmla="*/ 5194318 w 12191996"/>
              <a:gd name="connsiteY27" fmla="*/ 5310018 h 6857998"/>
              <a:gd name="connsiteX28" fmla="*/ 6008903 w 12191996"/>
              <a:gd name="connsiteY28" fmla="*/ 5310018 h 6857998"/>
              <a:gd name="connsiteX29" fmla="*/ 6212554 w 12191996"/>
              <a:gd name="connsiteY29" fmla="*/ 5106366 h 6857998"/>
              <a:gd name="connsiteX30" fmla="*/ 6212554 w 12191996"/>
              <a:gd name="connsiteY30" fmla="*/ 4286717 h 6857998"/>
              <a:gd name="connsiteX31" fmla="*/ 6008903 w 12191996"/>
              <a:gd name="connsiteY31" fmla="*/ 4083065 h 6857998"/>
              <a:gd name="connsiteX32" fmla="*/ 1200699 w 12191996"/>
              <a:gd name="connsiteY32" fmla="*/ 3954195 h 6857998"/>
              <a:gd name="connsiteX33" fmla="*/ 974724 w 12191996"/>
              <a:gd name="connsiteY33" fmla="*/ 4180170 h 6857998"/>
              <a:gd name="connsiteX34" fmla="*/ 974724 w 12191996"/>
              <a:gd name="connsiteY34" fmla="*/ 5084044 h 6857998"/>
              <a:gd name="connsiteX35" fmla="*/ 1200699 w 12191996"/>
              <a:gd name="connsiteY35" fmla="*/ 5310019 h 6857998"/>
              <a:gd name="connsiteX36" fmla="*/ 2809670 w 12191996"/>
              <a:gd name="connsiteY36" fmla="*/ 5310019 h 6857998"/>
              <a:gd name="connsiteX37" fmla="*/ 3035645 w 12191996"/>
              <a:gd name="connsiteY37" fmla="*/ 5084044 h 6857998"/>
              <a:gd name="connsiteX38" fmla="*/ 3035645 w 12191996"/>
              <a:gd name="connsiteY38" fmla="*/ 4180170 h 6857998"/>
              <a:gd name="connsiteX39" fmla="*/ 2809670 w 12191996"/>
              <a:gd name="connsiteY39" fmla="*/ 3954195 h 6857998"/>
              <a:gd name="connsiteX40" fmla="*/ 3134756 w 12191996"/>
              <a:gd name="connsiteY40" fmla="*/ 2732881 h 6857998"/>
              <a:gd name="connsiteX41" fmla="*/ 2990842 w 12191996"/>
              <a:gd name="connsiteY41" fmla="*/ 2876795 h 6857998"/>
              <a:gd name="connsiteX42" fmla="*/ 2990842 w 12191996"/>
              <a:gd name="connsiteY42" fmla="*/ 3552576 h 6857998"/>
              <a:gd name="connsiteX43" fmla="*/ 3134756 w 12191996"/>
              <a:gd name="connsiteY43" fmla="*/ 3696490 h 6857998"/>
              <a:gd name="connsiteX44" fmla="*/ 3710393 w 12191996"/>
              <a:gd name="connsiteY44" fmla="*/ 3696490 h 6857998"/>
              <a:gd name="connsiteX45" fmla="*/ 3854307 w 12191996"/>
              <a:gd name="connsiteY45" fmla="*/ 3552576 h 6857998"/>
              <a:gd name="connsiteX46" fmla="*/ 3854307 w 12191996"/>
              <a:gd name="connsiteY46" fmla="*/ 2876795 h 6857998"/>
              <a:gd name="connsiteX47" fmla="*/ 3710393 w 12191996"/>
              <a:gd name="connsiteY47" fmla="*/ 2732881 h 6857998"/>
              <a:gd name="connsiteX48" fmla="*/ 4604581 w 12191996"/>
              <a:gd name="connsiteY48" fmla="*/ 2469537 h 6857998"/>
              <a:gd name="connsiteX49" fmla="*/ 4400084 w 12191996"/>
              <a:gd name="connsiteY49" fmla="*/ 2674033 h 6857998"/>
              <a:gd name="connsiteX50" fmla="*/ 4400084 w 12191996"/>
              <a:gd name="connsiteY50" fmla="*/ 3491993 h 6857998"/>
              <a:gd name="connsiteX51" fmla="*/ 4604581 w 12191996"/>
              <a:gd name="connsiteY51" fmla="*/ 3696489 h 6857998"/>
              <a:gd name="connsiteX52" fmla="*/ 6028419 w 12191996"/>
              <a:gd name="connsiteY52" fmla="*/ 3696489 h 6857998"/>
              <a:gd name="connsiteX53" fmla="*/ 6232915 w 12191996"/>
              <a:gd name="connsiteY53" fmla="*/ 3491993 h 6857998"/>
              <a:gd name="connsiteX54" fmla="*/ 6232915 w 12191996"/>
              <a:gd name="connsiteY54" fmla="*/ 2674033 h 6857998"/>
              <a:gd name="connsiteX55" fmla="*/ 6028419 w 12191996"/>
              <a:gd name="connsiteY55" fmla="*/ 2469537 h 6857998"/>
              <a:gd name="connsiteX56" fmla="*/ 1426827 w 12191996"/>
              <a:gd name="connsiteY56" fmla="*/ 2469537 h 6857998"/>
              <a:gd name="connsiteX57" fmla="*/ 1223175 w 12191996"/>
              <a:gd name="connsiteY57" fmla="*/ 2673189 h 6857998"/>
              <a:gd name="connsiteX58" fmla="*/ 1223175 w 12191996"/>
              <a:gd name="connsiteY58" fmla="*/ 3492837 h 6857998"/>
              <a:gd name="connsiteX59" fmla="*/ 1426827 w 12191996"/>
              <a:gd name="connsiteY59" fmla="*/ 3696489 h 6857998"/>
              <a:gd name="connsiteX60" fmla="*/ 2241411 w 12191996"/>
              <a:gd name="connsiteY60" fmla="*/ 3696489 h 6857998"/>
              <a:gd name="connsiteX61" fmla="*/ 2445063 w 12191996"/>
              <a:gd name="connsiteY61" fmla="*/ 3492837 h 6857998"/>
              <a:gd name="connsiteX62" fmla="*/ 2445063 w 12191996"/>
              <a:gd name="connsiteY62" fmla="*/ 2673189 h 6857998"/>
              <a:gd name="connsiteX63" fmla="*/ 2241411 w 12191996"/>
              <a:gd name="connsiteY63" fmla="*/ 2469537 h 6857998"/>
              <a:gd name="connsiteX64" fmla="*/ 2030984 w 12191996"/>
              <a:gd name="connsiteY64" fmla="*/ 1239793 h 6857998"/>
              <a:gd name="connsiteX65" fmla="*/ 1919654 w 12191996"/>
              <a:gd name="connsiteY65" fmla="*/ 1351123 h 6857998"/>
              <a:gd name="connsiteX66" fmla="*/ 1919654 w 12191996"/>
              <a:gd name="connsiteY66" fmla="*/ 1862391 h 6857998"/>
              <a:gd name="connsiteX67" fmla="*/ 2030984 w 12191996"/>
              <a:gd name="connsiteY67" fmla="*/ 1973721 h 6857998"/>
              <a:gd name="connsiteX68" fmla="*/ 2476290 w 12191996"/>
              <a:gd name="connsiteY68" fmla="*/ 1973721 h 6857998"/>
              <a:gd name="connsiteX69" fmla="*/ 2587619 w 12191996"/>
              <a:gd name="connsiteY69" fmla="*/ 1862391 h 6857998"/>
              <a:gd name="connsiteX70" fmla="*/ 2587619 w 12191996"/>
              <a:gd name="connsiteY70" fmla="*/ 1351123 h 6857998"/>
              <a:gd name="connsiteX71" fmla="*/ 2476290 w 12191996"/>
              <a:gd name="connsiteY71" fmla="*/ 1239793 h 6857998"/>
              <a:gd name="connsiteX72" fmla="*/ 5214681 w 12191996"/>
              <a:gd name="connsiteY72" fmla="*/ 856020 h 6857998"/>
              <a:gd name="connsiteX73" fmla="*/ 5011030 w 12191996"/>
              <a:gd name="connsiteY73" fmla="*/ 1059672 h 6857998"/>
              <a:gd name="connsiteX74" fmla="*/ 5011030 w 12191996"/>
              <a:gd name="connsiteY74" fmla="*/ 1879321 h 6857998"/>
              <a:gd name="connsiteX75" fmla="*/ 5214681 w 12191996"/>
              <a:gd name="connsiteY75" fmla="*/ 2082973 h 6857998"/>
              <a:gd name="connsiteX76" fmla="*/ 6029266 w 12191996"/>
              <a:gd name="connsiteY76" fmla="*/ 2082973 h 6857998"/>
              <a:gd name="connsiteX77" fmla="*/ 6232916 w 12191996"/>
              <a:gd name="connsiteY77" fmla="*/ 1879321 h 6857998"/>
              <a:gd name="connsiteX78" fmla="*/ 6232916 w 12191996"/>
              <a:gd name="connsiteY78" fmla="*/ 1059672 h 6857998"/>
              <a:gd name="connsiteX79" fmla="*/ 6029266 w 12191996"/>
              <a:gd name="connsiteY79" fmla="*/ 856020 h 6857998"/>
              <a:gd name="connsiteX80" fmla="*/ 3392716 w 12191996"/>
              <a:gd name="connsiteY80" fmla="*/ 856019 h 6857998"/>
              <a:gd name="connsiteX81" fmla="*/ 3189064 w 12191996"/>
              <a:gd name="connsiteY81" fmla="*/ 1059671 h 6857998"/>
              <a:gd name="connsiteX82" fmla="*/ 3189064 w 12191996"/>
              <a:gd name="connsiteY82" fmla="*/ 1879320 h 6857998"/>
              <a:gd name="connsiteX83" fmla="*/ 3392716 w 12191996"/>
              <a:gd name="connsiteY83" fmla="*/ 2082972 h 6857998"/>
              <a:gd name="connsiteX84" fmla="*/ 4207299 w 12191996"/>
              <a:gd name="connsiteY84" fmla="*/ 2082972 h 6857998"/>
              <a:gd name="connsiteX85" fmla="*/ 4410951 w 12191996"/>
              <a:gd name="connsiteY85" fmla="*/ 1879320 h 6857998"/>
              <a:gd name="connsiteX86" fmla="*/ 4410951 w 12191996"/>
              <a:gd name="connsiteY86" fmla="*/ 1059671 h 6857998"/>
              <a:gd name="connsiteX87" fmla="*/ 4207299 w 12191996"/>
              <a:gd name="connsiteY87" fmla="*/ 856019 h 6857998"/>
              <a:gd name="connsiteX88" fmla="*/ 636666 w 12191996"/>
              <a:gd name="connsiteY88" fmla="*/ 0 h 6857998"/>
              <a:gd name="connsiteX89" fmla="*/ 1223176 w 12191996"/>
              <a:gd name="connsiteY89" fmla="*/ 0 h 6857998"/>
              <a:gd name="connsiteX90" fmla="*/ 1223176 w 12191996"/>
              <a:gd name="connsiteY90" fmla="*/ 394650 h 6857998"/>
              <a:gd name="connsiteX91" fmla="*/ 1426828 w 12191996"/>
              <a:gd name="connsiteY91" fmla="*/ 598303 h 6857998"/>
              <a:gd name="connsiteX92" fmla="*/ 2241412 w 12191996"/>
              <a:gd name="connsiteY92" fmla="*/ 598303 h 6857998"/>
              <a:gd name="connsiteX93" fmla="*/ 2445064 w 12191996"/>
              <a:gd name="connsiteY93" fmla="*/ 394650 h 6857998"/>
              <a:gd name="connsiteX94" fmla="*/ 2445064 w 12191996"/>
              <a:gd name="connsiteY94" fmla="*/ 0 h 6857998"/>
              <a:gd name="connsiteX95" fmla="*/ 2632420 w 12191996"/>
              <a:gd name="connsiteY95" fmla="*/ 0 h 6857998"/>
              <a:gd name="connsiteX96" fmla="*/ 2632420 w 12191996"/>
              <a:gd name="connsiteY96" fmla="*/ 437698 h 6857998"/>
              <a:gd name="connsiteX97" fmla="*/ 2793025 w 12191996"/>
              <a:gd name="connsiteY97" fmla="*/ 598303 h 6857998"/>
              <a:gd name="connsiteX98" fmla="*/ 3559297 w 12191996"/>
              <a:gd name="connsiteY98" fmla="*/ 598303 h 6857998"/>
              <a:gd name="connsiteX99" fmla="*/ 3719902 w 12191996"/>
              <a:gd name="connsiteY99" fmla="*/ 437698 h 6857998"/>
              <a:gd name="connsiteX100" fmla="*/ 3719902 w 12191996"/>
              <a:gd name="connsiteY100" fmla="*/ 0 h 6857998"/>
              <a:gd name="connsiteX101" fmla="*/ 4041662 w 12191996"/>
              <a:gd name="connsiteY101" fmla="*/ 0 h 6857998"/>
              <a:gd name="connsiteX102" fmla="*/ 4041662 w 12191996"/>
              <a:gd name="connsiteY102" fmla="*/ 393806 h 6857998"/>
              <a:gd name="connsiteX103" fmla="*/ 4246157 w 12191996"/>
              <a:gd name="connsiteY103" fmla="*/ 598302 h 6857998"/>
              <a:gd name="connsiteX104" fmla="*/ 5132365 w 12191996"/>
              <a:gd name="connsiteY104" fmla="*/ 598302 h 6857998"/>
              <a:gd name="connsiteX105" fmla="*/ 5336861 w 12191996"/>
              <a:gd name="connsiteY105" fmla="*/ 393806 h 6857998"/>
              <a:gd name="connsiteX106" fmla="*/ 5336861 w 12191996"/>
              <a:gd name="connsiteY106" fmla="*/ 0 h 6857998"/>
              <a:gd name="connsiteX107" fmla="*/ 12191996 w 12191996"/>
              <a:gd name="connsiteY107" fmla="*/ 0 h 6857998"/>
              <a:gd name="connsiteX108" fmla="*/ 12191996 w 12191996"/>
              <a:gd name="connsiteY108" fmla="*/ 6857998 h 6857998"/>
              <a:gd name="connsiteX109" fmla="*/ 2253634 w 12191996"/>
              <a:gd name="connsiteY109" fmla="*/ 6857998 h 6857998"/>
              <a:gd name="connsiteX110" fmla="*/ 2253634 w 12191996"/>
              <a:gd name="connsiteY110" fmla="*/ 5739471 h 6857998"/>
              <a:gd name="connsiteX111" fmla="*/ 2081887 w 12191996"/>
              <a:gd name="connsiteY111" fmla="*/ 5567724 h 6857998"/>
              <a:gd name="connsiteX112" fmla="*/ 1394921 w 12191996"/>
              <a:gd name="connsiteY112" fmla="*/ 5567724 h 6857998"/>
              <a:gd name="connsiteX113" fmla="*/ 1223174 w 12191996"/>
              <a:gd name="connsiteY113" fmla="*/ 5739471 h 6857998"/>
              <a:gd name="connsiteX114" fmla="*/ 1223174 w 12191996"/>
              <a:gd name="connsiteY114" fmla="*/ 6857998 h 6857998"/>
              <a:gd name="connsiteX115" fmla="*/ 0 w 12191996"/>
              <a:gd name="connsiteY115" fmla="*/ 6857998 h 6857998"/>
              <a:gd name="connsiteX116" fmla="*/ 0 w 12191996"/>
              <a:gd name="connsiteY116" fmla="*/ 6665819 h 6857998"/>
              <a:gd name="connsiteX117" fmla="*/ 583717 w 12191996"/>
              <a:gd name="connsiteY117" fmla="*/ 6665819 h 6857998"/>
              <a:gd name="connsiteX118" fmla="*/ 787369 w 12191996"/>
              <a:gd name="connsiteY118" fmla="*/ 6462167 h 6857998"/>
              <a:gd name="connsiteX119" fmla="*/ 787369 w 12191996"/>
              <a:gd name="connsiteY119" fmla="*/ 5642518 h 6857998"/>
              <a:gd name="connsiteX120" fmla="*/ 583717 w 12191996"/>
              <a:gd name="connsiteY120" fmla="*/ 5438866 h 6857998"/>
              <a:gd name="connsiteX121" fmla="*/ 0 w 12191996"/>
              <a:gd name="connsiteY121" fmla="*/ 5438866 h 6857998"/>
              <a:gd name="connsiteX122" fmla="*/ 0 w 12191996"/>
              <a:gd name="connsiteY122" fmla="*/ 4828195 h 6857998"/>
              <a:gd name="connsiteX123" fmla="*/ 32511 w 12191996"/>
              <a:gd name="connsiteY123" fmla="*/ 4828195 h 6857998"/>
              <a:gd name="connsiteX124" fmla="*/ 176426 w 12191996"/>
              <a:gd name="connsiteY124" fmla="*/ 4684281 h 6857998"/>
              <a:gd name="connsiteX125" fmla="*/ 176426 w 12191996"/>
              <a:gd name="connsiteY125" fmla="*/ 4098109 h 6857998"/>
              <a:gd name="connsiteX126" fmla="*/ 32511 w 12191996"/>
              <a:gd name="connsiteY126" fmla="*/ 3954195 h 6857998"/>
              <a:gd name="connsiteX127" fmla="*/ 0 w 12191996"/>
              <a:gd name="connsiteY127" fmla="*/ 3954195 h 6857998"/>
              <a:gd name="connsiteX128" fmla="*/ 0 w 12191996"/>
              <a:gd name="connsiteY128" fmla="*/ 3696489 h 6857998"/>
              <a:gd name="connsiteX129" fmla="*/ 517904 w 12191996"/>
              <a:gd name="connsiteY129" fmla="*/ 3696489 h 6857998"/>
              <a:gd name="connsiteX130" fmla="*/ 657034 w 12191996"/>
              <a:gd name="connsiteY130" fmla="*/ 3557359 h 6857998"/>
              <a:gd name="connsiteX131" fmla="*/ 657034 w 12191996"/>
              <a:gd name="connsiteY131" fmla="*/ 3000858 h 6857998"/>
              <a:gd name="connsiteX132" fmla="*/ 517904 w 12191996"/>
              <a:gd name="connsiteY132" fmla="*/ 2861728 h 6857998"/>
              <a:gd name="connsiteX133" fmla="*/ 0 w 12191996"/>
              <a:gd name="connsiteY133" fmla="*/ 2861728 h 6857998"/>
              <a:gd name="connsiteX134" fmla="*/ 0 w 12191996"/>
              <a:gd name="connsiteY134" fmla="*/ 2082974 h 6857998"/>
              <a:gd name="connsiteX135" fmla="*/ 1401544 w 12191996"/>
              <a:gd name="connsiteY135" fmla="*/ 2082974 h 6857998"/>
              <a:gd name="connsiteX136" fmla="*/ 1606039 w 12191996"/>
              <a:gd name="connsiteY136" fmla="*/ 1878478 h 6857998"/>
              <a:gd name="connsiteX137" fmla="*/ 1606039 w 12191996"/>
              <a:gd name="connsiteY137" fmla="*/ 1060517 h 6857998"/>
              <a:gd name="connsiteX138" fmla="*/ 1401544 w 12191996"/>
              <a:gd name="connsiteY138" fmla="*/ 856021 h 6857998"/>
              <a:gd name="connsiteX139" fmla="*/ 0 w 12191996"/>
              <a:gd name="connsiteY139" fmla="*/ 856021 h 6857998"/>
              <a:gd name="connsiteX140" fmla="*/ 0 w 12191996"/>
              <a:gd name="connsiteY140" fmla="*/ 550670 h 6857998"/>
              <a:gd name="connsiteX141" fmla="*/ 484000 w 12191996"/>
              <a:gd name="connsiteY141" fmla="*/ 550670 h 6857998"/>
              <a:gd name="connsiteX142" fmla="*/ 636666 w 12191996"/>
              <a:gd name="connsiteY142" fmla="*/ 398004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</a:cxnLst>
            <a:rect l="l" t="t" r="r" b="b"/>
            <a:pathLst>
              <a:path w="12191996" h="6857998">
                <a:moveTo>
                  <a:pt x="2836069" y="5567725"/>
                </a:moveTo>
                <a:cubicBezTo>
                  <a:pt x="2723596" y="5567725"/>
                  <a:pt x="2632417" y="5658903"/>
                  <a:pt x="2632417" y="5771377"/>
                </a:cubicBezTo>
                <a:lnTo>
                  <a:pt x="2632417" y="6591026"/>
                </a:lnTo>
                <a:cubicBezTo>
                  <a:pt x="2632417" y="6703500"/>
                  <a:pt x="2723596" y="6794678"/>
                  <a:pt x="2836069" y="6794678"/>
                </a:cubicBezTo>
                <a:lnTo>
                  <a:pt x="3650654" y="6794678"/>
                </a:lnTo>
                <a:cubicBezTo>
                  <a:pt x="3763128" y="6794678"/>
                  <a:pt x="3854305" y="6703500"/>
                  <a:pt x="3854305" y="6591026"/>
                </a:cubicBezTo>
                <a:lnTo>
                  <a:pt x="3854305" y="5771377"/>
                </a:lnTo>
                <a:cubicBezTo>
                  <a:pt x="3854305" y="5658903"/>
                  <a:pt x="3763128" y="5567725"/>
                  <a:pt x="3650654" y="5567725"/>
                </a:cubicBezTo>
                <a:close/>
                <a:moveTo>
                  <a:pt x="4604580" y="5567724"/>
                </a:moveTo>
                <a:cubicBezTo>
                  <a:pt x="4491641" y="5567724"/>
                  <a:pt x="4400084" y="5659280"/>
                  <a:pt x="4400084" y="5772220"/>
                </a:cubicBezTo>
                <a:lnTo>
                  <a:pt x="4400084" y="6590181"/>
                </a:lnTo>
                <a:cubicBezTo>
                  <a:pt x="4400084" y="6703121"/>
                  <a:pt x="4491641" y="6794677"/>
                  <a:pt x="4604580" y="6794677"/>
                </a:cubicBezTo>
                <a:lnTo>
                  <a:pt x="5490787" y="6794677"/>
                </a:lnTo>
                <a:cubicBezTo>
                  <a:pt x="5603727" y="6794677"/>
                  <a:pt x="5695283" y="6703121"/>
                  <a:pt x="5695283" y="6590181"/>
                </a:cubicBezTo>
                <a:lnTo>
                  <a:pt x="5695283" y="5772220"/>
                </a:lnTo>
                <a:cubicBezTo>
                  <a:pt x="5695283" y="5659280"/>
                  <a:pt x="5603727" y="5567724"/>
                  <a:pt x="5490787" y="5567724"/>
                </a:cubicBezTo>
                <a:close/>
                <a:moveTo>
                  <a:pt x="3426653" y="4083066"/>
                </a:moveTo>
                <a:cubicBezTo>
                  <a:pt x="3314178" y="4083066"/>
                  <a:pt x="3223001" y="4174244"/>
                  <a:pt x="3223001" y="4286718"/>
                </a:cubicBezTo>
                <a:lnTo>
                  <a:pt x="3223001" y="5106367"/>
                </a:lnTo>
                <a:cubicBezTo>
                  <a:pt x="3223001" y="5218841"/>
                  <a:pt x="3314178" y="5310019"/>
                  <a:pt x="3426653" y="5310019"/>
                </a:cubicBezTo>
                <a:lnTo>
                  <a:pt x="4241236" y="5310019"/>
                </a:lnTo>
                <a:cubicBezTo>
                  <a:pt x="4353709" y="5310019"/>
                  <a:pt x="4444888" y="5218841"/>
                  <a:pt x="4444888" y="5106367"/>
                </a:cubicBezTo>
                <a:lnTo>
                  <a:pt x="4444888" y="4286718"/>
                </a:lnTo>
                <a:cubicBezTo>
                  <a:pt x="4444888" y="4174244"/>
                  <a:pt x="4353709" y="4083066"/>
                  <a:pt x="4241236" y="4083066"/>
                </a:cubicBezTo>
                <a:close/>
                <a:moveTo>
                  <a:pt x="5194318" y="4083065"/>
                </a:moveTo>
                <a:cubicBezTo>
                  <a:pt x="5081845" y="4083065"/>
                  <a:pt x="4990666" y="4174243"/>
                  <a:pt x="4990666" y="4286717"/>
                </a:cubicBezTo>
                <a:lnTo>
                  <a:pt x="4990666" y="5106366"/>
                </a:lnTo>
                <a:cubicBezTo>
                  <a:pt x="4990666" y="5218840"/>
                  <a:pt x="5081845" y="5310018"/>
                  <a:pt x="5194318" y="5310018"/>
                </a:cubicBezTo>
                <a:lnTo>
                  <a:pt x="6008903" y="5310018"/>
                </a:lnTo>
                <a:cubicBezTo>
                  <a:pt x="6121376" y="5310018"/>
                  <a:pt x="6212554" y="5218840"/>
                  <a:pt x="6212554" y="5106366"/>
                </a:cubicBezTo>
                <a:lnTo>
                  <a:pt x="6212554" y="4286717"/>
                </a:lnTo>
                <a:cubicBezTo>
                  <a:pt x="6212554" y="4174243"/>
                  <a:pt x="6121376" y="4083065"/>
                  <a:pt x="6008903" y="4083065"/>
                </a:cubicBezTo>
                <a:close/>
                <a:moveTo>
                  <a:pt x="1200699" y="3954195"/>
                </a:moveTo>
                <a:cubicBezTo>
                  <a:pt x="1075896" y="3954195"/>
                  <a:pt x="974724" y="4055367"/>
                  <a:pt x="974724" y="4180170"/>
                </a:cubicBezTo>
                <a:lnTo>
                  <a:pt x="974724" y="5084044"/>
                </a:lnTo>
                <a:cubicBezTo>
                  <a:pt x="974724" y="5208847"/>
                  <a:pt x="1075896" y="5310019"/>
                  <a:pt x="1200699" y="5310019"/>
                </a:cubicBezTo>
                <a:lnTo>
                  <a:pt x="2809670" y="5310019"/>
                </a:lnTo>
                <a:cubicBezTo>
                  <a:pt x="2934473" y="5310019"/>
                  <a:pt x="3035645" y="5208847"/>
                  <a:pt x="3035645" y="5084044"/>
                </a:cubicBezTo>
                <a:lnTo>
                  <a:pt x="3035645" y="4180170"/>
                </a:lnTo>
                <a:cubicBezTo>
                  <a:pt x="3035645" y="4055367"/>
                  <a:pt x="2934473" y="3954195"/>
                  <a:pt x="2809670" y="3954195"/>
                </a:cubicBezTo>
                <a:close/>
                <a:moveTo>
                  <a:pt x="3134756" y="2732881"/>
                </a:moveTo>
                <a:cubicBezTo>
                  <a:pt x="3055274" y="2732881"/>
                  <a:pt x="2990842" y="2797313"/>
                  <a:pt x="2990842" y="2876795"/>
                </a:cubicBezTo>
                <a:lnTo>
                  <a:pt x="2990842" y="3552576"/>
                </a:lnTo>
                <a:cubicBezTo>
                  <a:pt x="2990842" y="3632058"/>
                  <a:pt x="3055274" y="3696490"/>
                  <a:pt x="3134756" y="3696490"/>
                </a:cubicBezTo>
                <a:lnTo>
                  <a:pt x="3710393" y="3696490"/>
                </a:lnTo>
                <a:cubicBezTo>
                  <a:pt x="3789875" y="3696490"/>
                  <a:pt x="3854307" y="3632058"/>
                  <a:pt x="3854307" y="3552576"/>
                </a:cubicBezTo>
                <a:lnTo>
                  <a:pt x="3854307" y="2876795"/>
                </a:lnTo>
                <a:cubicBezTo>
                  <a:pt x="3854307" y="2797313"/>
                  <a:pt x="3789875" y="2732881"/>
                  <a:pt x="3710393" y="2732881"/>
                </a:cubicBezTo>
                <a:close/>
                <a:moveTo>
                  <a:pt x="4604581" y="2469537"/>
                </a:moveTo>
                <a:cubicBezTo>
                  <a:pt x="4491640" y="2469537"/>
                  <a:pt x="4400084" y="2561094"/>
                  <a:pt x="4400084" y="2674033"/>
                </a:cubicBezTo>
                <a:lnTo>
                  <a:pt x="4400084" y="3491993"/>
                </a:lnTo>
                <a:cubicBezTo>
                  <a:pt x="4400084" y="3604933"/>
                  <a:pt x="4491640" y="3696489"/>
                  <a:pt x="4604581" y="3696489"/>
                </a:cubicBezTo>
                <a:lnTo>
                  <a:pt x="6028419" y="3696489"/>
                </a:lnTo>
                <a:cubicBezTo>
                  <a:pt x="6141359" y="3696489"/>
                  <a:pt x="6232915" y="3604933"/>
                  <a:pt x="6232915" y="3491993"/>
                </a:cubicBezTo>
                <a:lnTo>
                  <a:pt x="6232915" y="2674033"/>
                </a:lnTo>
                <a:cubicBezTo>
                  <a:pt x="6232915" y="2561094"/>
                  <a:pt x="6141359" y="2469537"/>
                  <a:pt x="6028419" y="2469537"/>
                </a:cubicBezTo>
                <a:close/>
                <a:moveTo>
                  <a:pt x="1426827" y="2469537"/>
                </a:moveTo>
                <a:cubicBezTo>
                  <a:pt x="1314353" y="2469537"/>
                  <a:pt x="1223175" y="2560715"/>
                  <a:pt x="1223175" y="2673189"/>
                </a:cubicBezTo>
                <a:lnTo>
                  <a:pt x="1223175" y="3492837"/>
                </a:lnTo>
                <a:cubicBezTo>
                  <a:pt x="1223175" y="3605311"/>
                  <a:pt x="1314353" y="3696489"/>
                  <a:pt x="1426827" y="3696489"/>
                </a:cubicBezTo>
                <a:lnTo>
                  <a:pt x="2241411" y="3696489"/>
                </a:lnTo>
                <a:cubicBezTo>
                  <a:pt x="2353885" y="3696489"/>
                  <a:pt x="2445063" y="3605311"/>
                  <a:pt x="2445063" y="3492837"/>
                </a:cubicBezTo>
                <a:lnTo>
                  <a:pt x="2445063" y="2673189"/>
                </a:lnTo>
                <a:cubicBezTo>
                  <a:pt x="2445063" y="2560715"/>
                  <a:pt x="2353885" y="2469537"/>
                  <a:pt x="2241411" y="2469537"/>
                </a:cubicBezTo>
                <a:close/>
                <a:moveTo>
                  <a:pt x="2030984" y="1239793"/>
                </a:moveTo>
                <a:cubicBezTo>
                  <a:pt x="1969498" y="1239793"/>
                  <a:pt x="1919654" y="1289637"/>
                  <a:pt x="1919654" y="1351123"/>
                </a:cubicBezTo>
                <a:lnTo>
                  <a:pt x="1919654" y="1862391"/>
                </a:lnTo>
                <a:cubicBezTo>
                  <a:pt x="1919654" y="1923877"/>
                  <a:pt x="1969498" y="1973721"/>
                  <a:pt x="2030984" y="1973721"/>
                </a:cubicBezTo>
                <a:lnTo>
                  <a:pt x="2476290" y="1973721"/>
                </a:lnTo>
                <a:cubicBezTo>
                  <a:pt x="2537775" y="1973721"/>
                  <a:pt x="2587619" y="1923877"/>
                  <a:pt x="2587619" y="1862391"/>
                </a:cubicBezTo>
                <a:lnTo>
                  <a:pt x="2587619" y="1351123"/>
                </a:lnTo>
                <a:cubicBezTo>
                  <a:pt x="2587619" y="1289637"/>
                  <a:pt x="2537775" y="1239793"/>
                  <a:pt x="2476290" y="1239793"/>
                </a:cubicBezTo>
                <a:close/>
                <a:moveTo>
                  <a:pt x="5214681" y="856020"/>
                </a:moveTo>
                <a:cubicBezTo>
                  <a:pt x="5102207" y="856020"/>
                  <a:pt x="5011030" y="947198"/>
                  <a:pt x="5011030" y="1059672"/>
                </a:cubicBezTo>
                <a:lnTo>
                  <a:pt x="5011030" y="1879321"/>
                </a:lnTo>
                <a:cubicBezTo>
                  <a:pt x="5011030" y="1991795"/>
                  <a:pt x="5102207" y="2082973"/>
                  <a:pt x="5214681" y="2082973"/>
                </a:cubicBezTo>
                <a:lnTo>
                  <a:pt x="6029266" y="2082973"/>
                </a:lnTo>
                <a:cubicBezTo>
                  <a:pt x="6141738" y="2082973"/>
                  <a:pt x="6232916" y="1991795"/>
                  <a:pt x="6232916" y="1879321"/>
                </a:cubicBezTo>
                <a:lnTo>
                  <a:pt x="6232916" y="1059672"/>
                </a:lnTo>
                <a:cubicBezTo>
                  <a:pt x="6232916" y="947198"/>
                  <a:pt x="6141738" y="856020"/>
                  <a:pt x="6029266" y="856020"/>
                </a:cubicBezTo>
                <a:close/>
                <a:moveTo>
                  <a:pt x="3392716" y="856019"/>
                </a:moveTo>
                <a:cubicBezTo>
                  <a:pt x="3280243" y="856019"/>
                  <a:pt x="3189064" y="947197"/>
                  <a:pt x="3189064" y="1059671"/>
                </a:cubicBezTo>
                <a:lnTo>
                  <a:pt x="3189064" y="1879320"/>
                </a:lnTo>
                <a:cubicBezTo>
                  <a:pt x="3189064" y="1991794"/>
                  <a:pt x="3280243" y="2082972"/>
                  <a:pt x="3392716" y="2082972"/>
                </a:cubicBezTo>
                <a:lnTo>
                  <a:pt x="4207299" y="2082972"/>
                </a:lnTo>
                <a:cubicBezTo>
                  <a:pt x="4319774" y="2082972"/>
                  <a:pt x="4410951" y="1991794"/>
                  <a:pt x="4410951" y="1879320"/>
                </a:cubicBezTo>
                <a:lnTo>
                  <a:pt x="4410951" y="1059671"/>
                </a:lnTo>
                <a:cubicBezTo>
                  <a:pt x="4410951" y="947197"/>
                  <a:pt x="4319774" y="856019"/>
                  <a:pt x="4207299" y="856019"/>
                </a:cubicBezTo>
                <a:close/>
                <a:moveTo>
                  <a:pt x="636666" y="0"/>
                </a:moveTo>
                <a:lnTo>
                  <a:pt x="1223176" y="0"/>
                </a:lnTo>
                <a:lnTo>
                  <a:pt x="1223176" y="394650"/>
                </a:lnTo>
                <a:cubicBezTo>
                  <a:pt x="1223176" y="507124"/>
                  <a:pt x="1314354" y="598303"/>
                  <a:pt x="1426828" y="598303"/>
                </a:cubicBezTo>
                <a:lnTo>
                  <a:pt x="2241412" y="598303"/>
                </a:lnTo>
                <a:cubicBezTo>
                  <a:pt x="2353886" y="598303"/>
                  <a:pt x="2445064" y="507124"/>
                  <a:pt x="2445064" y="394650"/>
                </a:cubicBezTo>
                <a:lnTo>
                  <a:pt x="2445064" y="0"/>
                </a:lnTo>
                <a:lnTo>
                  <a:pt x="2632420" y="0"/>
                </a:lnTo>
                <a:lnTo>
                  <a:pt x="2632420" y="437698"/>
                </a:lnTo>
                <a:cubicBezTo>
                  <a:pt x="2632420" y="526398"/>
                  <a:pt x="2704325" y="598303"/>
                  <a:pt x="2793025" y="598303"/>
                </a:cubicBezTo>
                <a:lnTo>
                  <a:pt x="3559297" y="598303"/>
                </a:lnTo>
                <a:cubicBezTo>
                  <a:pt x="3647997" y="598303"/>
                  <a:pt x="3719902" y="526398"/>
                  <a:pt x="3719902" y="437698"/>
                </a:cubicBezTo>
                <a:lnTo>
                  <a:pt x="3719902" y="0"/>
                </a:lnTo>
                <a:lnTo>
                  <a:pt x="4041662" y="0"/>
                </a:lnTo>
                <a:lnTo>
                  <a:pt x="4041662" y="393806"/>
                </a:lnTo>
                <a:cubicBezTo>
                  <a:pt x="4041662" y="506746"/>
                  <a:pt x="4133219" y="598302"/>
                  <a:pt x="4246157" y="598302"/>
                </a:cubicBezTo>
                <a:lnTo>
                  <a:pt x="5132365" y="598302"/>
                </a:lnTo>
                <a:cubicBezTo>
                  <a:pt x="5245305" y="598302"/>
                  <a:pt x="5336861" y="506746"/>
                  <a:pt x="5336861" y="393806"/>
                </a:cubicBezTo>
                <a:lnTo>
                  <a:pt x="5336861" y="0"/>
                </a:lnTo>
                <a:lnTo>
                  <a:pt x="12191996" y="0"/>
                </a:lnTo>
                <a:lnTo>
                  <a:pt x="12191996" y="6857998"/>
                </a:lnTo>
                <a:lnTo>
                  <a:pt x="2253634" y="6857998"/>
                </a:lnTo>
                <a:lnTo>
                  <a:pt x="2253634" y="5739471"/>
                </a:lnTo>
                <a:cubicBezTo>
                  <a:pt x="2253634" y="5644618"/>
                  <a:pt x="2176740" y="5567724"/>
                  <a:pt x="2081887" y="5567724"/>
                </a:cubicBezTo>
                <a:lnTo>
                  <a:pt x="1394921" y="5567724"/>
                </a:lnTo>
                <a:cubicBezTo>
                  <a:pt x="1300068" y="5567724"/>
                  <a:pt x="1223174" y="5644618"/>
                  <a:pt x="1223174" y="5739471"/>
                </a:cubicBezTo>
                <a:lnTo>
                  <a:pt x="1223174" y="6857998"/>
                </a:lnTo>
                <a:lnTo>
                  <a:pt x="0" y="6857998"/>
                </a:lnTo>
                <a:lnTo>
                  <a:pt x="0" y="6665819"/>
                </a:lnTo>
                <a:lnTo>
                  <a:pt x="583717" y="6665819"/>
                </a:lnTo>
                <a:cubicBezTo>
                  <a:pt x="696191" y="6665819"/>
                  <a:pt x="787369" y="6574641"/>
                  <a:pt x="787369" y="6462167"/>
                </a:cubicBezTo>
                <a:lnTo>
                  <a:pt x="787369" y="5642518"/>
                </a:lnTo>
                <a:cubicBezTo>
                  <a:pt x="787369" y="5530044"/>
                  <a:pt x="696191" y="5438866"/>
                  <a:pt x="583717" y="5438866"/>
                </a:cubicBezTo>
                <a:lnTo>
                  <a:pt x="0" y="5438866"/>
                </a:lnTo>
                <a:lnTo>
                  <a:pt x="0" y="4828195"/>
                </a:lnTo>
                <a:lnTo>
                  <a:pt x="32511" y="4828195"/>
                </a:lnTo>
                <a:cubicBezTo>
                  <a:pt x="111993" y="4828195"/>
                  <a:pt x="176426" y="4763763"/>
                  <a:pt x="176426" y="4684281"/>
                </a:cubicBezTo>
                <a:lnTo>
                  <a:pt x="176426" y="4098109"/>
                </a:lnTo>
                <a:cubicBezTo>
                  <a:pt x="176426" y="4018627"/>
                  <a:pt x="111993" y="3954195"/>
                  <a:pt x="32511" y="3954195"/>
                </a:cubicBezTo>
                <a:lnTo>
                  <a:pt x="0" y="3954195"/>
                </a:lnTo>
                <a:lnTo>
                  <a:pt x="0" y="3696489"/>
                </a:lnTo>
                <a:lnTo>
                  <a:pt x="517904" y="3696489"/>
                </a:lnTo>
                <a:cubicBezTo>
                  <a:pt x="594743" y="3696489"/>
                  <a:pt x="657034" y="3634198"/>
                  <a:pt x="657034" y="3557359"/>
                </a:cubicBezTo>
                <a:lnTo>
                  <a:pt x="657034" y="3000858"/>
                </a:lnTo>
                <a:cubicBezTo>
                  <a:pt x="657034" y="2924019"/>
                  <a:pt x="594743" y="2861728"/>
                  <a:pt x="517904" y="2861728"/>
                </a:cubicBezTo>
                <a:lnTo>
                  <a:pt x="0" y="2861728"/>
                </a:lnTo>
                <a:lnTo>
                  <a:pt x="0" y="2082974"/>
                </a:lnTo>
                <a:lnTo>
                  <a:pt x="1401544" y="2082974"/>
                </a:lnTo>
                <a:cubicBezTo>
                  <a:pt x="1514484" y="2082974"/>
                  <a:pt x="1606039" y="1991418"/>
                  <a:pt x="1606039" y="1878478"/>
                </a:cubicBezTo>
                <a:lnTo>
                  <a:pt x="1606039" y="1060517"/>
                </a:lnTo>
                <a:cubicBezTo>
                  <a:pt x="1606039" y="947577"/>
                  <a:pt x="1514484" y="856021"/>
                  <a:pt x="1401544" y="856021"/>
                </a:cubicBezTo>
                <a:lnTo>
                  <a:pt x="0" y="856021"/>
                </a:lnTo>
                <a:lnTo>
                  <a:pt x="0" y="550670"/>
                </a:lnTo>
                <a:lnTo>
                  <a:pt x="484000" y="550670"/>
                </a:lnTo>
                <a:cubicBezTo>
                  <a:pt x="568315" y="550670"/>
                  <a:pt x="636666" y="482319"/>
                  <a:pt x="636666" y="398004"/>
                </a:cubicBezTo>
                <a:close/>
              </a:path>
            </a:pathLst>
          </a:custGeom>
          <a:solidFill>
            <a:schemeClr val="tx1"/>
          </a:solidFill>
          <a:effectLst>
            <a:outerShdw blurRad="50800" dist="50800" dir="5400000" algn="ctr" rotWithShape="0">
              <a:srgbClr val="262626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DE4E20-4DA4-4A6B-B91E-0EF97DCC29F8}"/>
              </a:ext>
            </a:extLst>
          </p:cNvPr>
          <p:cNvSpPr txBox="1"/>
          <p:nvPr/>
        </p:nvSpPr>
        <p:spPr>
          <a:xfrm>
            <a:off x="5031579" y="40543"/>
            <a:ext cx="7658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</a:rPr>
              <a:t>INTERACTIVITY, BUSINESS VALUE</a:t>
            </a:r>
            <a:r>
              <a:rPr lang="en-US" sz="3600" b="1" dirty="0">
                <a:solidFill>
                  <a:schemeClr val="bg1"/>
                </a:solidFill>
                <a:latin typeface="Britannic Bold" panose="020B0903060703020204" pitchFamily="34" charset="0"/>
              </a:rPr>
              <a:t>:</a:t>
            </a:r>
            <a:endParaRPr lang="en-IN" sz="3600" b="1" dirty="0">
              <a:solidFill>
                <a:schemeClr val="bg1"/>
              </a:solidFill>
              <a:latin typeface="Britannic Bold" panose="020B0903060703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21C240A-891F-964B-C2D3-BCD9797EF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3680" y="686874"/>
            <a:ext cx="5017679" cy="7478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</a:rPr>
              <a:t>Dashboard Interactivity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Filters used:</a:t>
            </a:r>
          </a:p>
          <a:p>
            <a:r>
              <a:rPr lang="en-US" sz="2800" dirty="0">
                <a:solidFill>
                  <a:schemeClr val="bg1"/>
                </a:solidFill>
              </a:rPr>
              <a:t>Order Date</a:t>
            </a:r>
          </a:p>
          <a:p>
            <a:r>
              <a:rPr lang="en-US" sz="2800" dirty="0">
                <a:solidFill>
                  <a:schemeClr val="bg1"/>
                </a:solidFill>
              </a:rPr>
              <a:t>Region</a:t>
            </a:r>
          </a:p>
          <a:p>
            <a:r>
              <a:rPr lang="en-US" sz="2800" dirty="0">
                <a:solidFill>
                  <a:schemeClr val="bg1"/>
                </a:solidFill>
              </a:rPr>
              <a:t>Category</a:t>
            </a:r>
          </a:p>
          <a:p>
            <a:r>
              <a:rPr lang="en-US" sz="2800" dirty="0">
                <a:solidFill>
                  <a:schemeClr val="bg1"/>
                </a:solidFill>
              </a:rPr>
              <a:t>Customer Segment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u="sng" dirty="0">
                <a:solidFill>
                  <a:schemeClr val="bg1"/>
                </a:solidFill>
              </a:rPr>
              <a:t>Business Value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Enables quick performance evaluation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Helps identify profitable categories and regions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Supports data-driven strategic decisions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814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386"/>
    </mc:Choice>
    <mc:Fallback xmlns="">
      <p:transition spd="slow" advTm="173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0 L -0.25 0 " pathEditMode="relative" rAng="0" ptsTypes="AA">
                                      <p:cBhvr>
                                        <p:cTn id="6" dur="1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57662B-5E86-4080-8D20-41C7F9B799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43578F8-FEB7-40CF-A95F-8B6974253153}"/>
              </a:ext>
            </a:extLst>
          </p:cNvPr>
          <p:cNvSpPr/>
          <p:nvPr/>
        </p:nvSpPr>
        <p:spPr>
          <a:xfrm>
            <a:off x="0" y="4075771"/>
            <a:ext cx="12192000" cy="3429000"/>
          </a:xfrm>
          <a:custGeom>
            <a:avLst/>
            <a:gdLst/>
            <a:ahLst/>
            <a:cxnLst/>
            <a:rect l="l" t="t" r="r" b="b"/>
            <a:pathLst>
              <a:path w="12192000" h="3429000">
                <a:moveTo>
                  <a:pt x="4020786" y="1442219"/>
                </a:moveTo>
                <a:lnTo>
                  <a:pt x="4170545" y="2004975"/>
                </a:lnTo>
                <a:lnTo>
                  <a:pt x="3858935" y="2004975"/>
                </a:lnTo>
                <a:close/>
                <a:moveTo>
                  <a:pt x="9163094" y="1217116"/>
                </a:moveTo>
                <a:cubicBezTo>
                  <a:pt x="9232548" y="1217116"/>
                  <a:pt x="9279522" y="1255564"/>
                  <a:pt x="9304016" y="1332458"/>
                </a:cubicBezTo>
                <a:cubicBezTo>
                  <a:pt x="9328510" y="1409353"/>
                  <a:pt x="9340758" y="1556010"/>
                  <a:pt x="9340758" y="1772431"/>
                </a:cubicBezTo>
                <a:cubicBezTo>
                  <a:pt x="9340758" y="1989472"/>
                  <a:pt x="9328510" y="2136285"/>
                  <a:pt x="9304016" y="2212869"/>
                </a:cubicBezTo>
                <a:cubicBezTo>
                  <a:pt x="9279522" y="2289454"/>
                  <a:pt x="9232548" y="2327746"/>
                  <a:pt x="9163094" y="2327746"/>
                </a:cubicBezTo>
                <a:cubicBezTo>
                  <a:pt x="9093642" y="2327746"/>
                  <a:pt x="9046668" y="2289454"/>
                  <a:pt x="9022173" y="2212869"/>
                </a:cubicBezTo>
                <a:cubicBezTo>
                  <a:pt x="8997678" y="2136285"/>
                  <a:pt x="8985431" y="1989472"/>
                  <a:pt x="8985431" y="1772431"/>
                </a:cubicBezTo>
                <a:cubicBezTo>
                  <a:pt x="8985431" y="1555390"/>
                  <a:pt x="8997678" y="1408577"/>
                  <a:pt x="9022173" y="1331993"/>
                </a:cubicBezTo>
                <a:cubicBezTo>
                  <a:pt x="9046668" y="1255408"/>
                  <a:pt x="9093642" y="1217116"/>
                  <a:pt x="9163094" y="1217116"/>
                </a:cubicBezTo>
                <a:close/>
                <a:moveTo>
                  <a:pt x="9879516" y="1138051"/>
                </a:moveTo>
                <a:lnTo>
                  <a:pt x="9879516" y="1990092"/>
                </a:lnTo>
                <a:cubicBezTo>
                  <a:pt x="9879516" y="2282167"/>
                  <a:pt x="10040436" y="2428205"/>
                  <a:pt x="10362277" y="2428205"/>
                </a:cubicBezTo>
                <a:cubicBezTo>
                  <a:pt x="10685358" y="2428205"/>
                  <a:pt x="10846899" y="2282167"/>
                  <a:pt x="10846899" y="1990092"/>
                </a:cubicBezTo>
                <a:lnTo>
                  <a:pt x="10846899" y="1138051"/>
                </a:lnTo>
                <a:lnTo>
                  <a:pt x="10723185" y="1138051"/>
                </a:lnTo>
                <a:lnTo>
                  <a:pt x="10723185" y="1990092"/>
                </a:lnTo>
                <a:cubicBezTo>
                  <a:pt x="10723185" y="2191010"/>
                  <a:pt x="10639780" y="2291469"/>
                  <a:pt x="10472968" y="2291469"/>
                </a:cubicBezTo>
                <a:cubicBezTo>
                  <a:pt x="10386772" y="2291469"/>
                  <a:pt x="10327706" y="2271005"/>
                  <a:pt x="10295770" y="2230078"/>
                </a:cubicBezTo>
                <a:cubicBezTo>
                  <a:pt x="10263834" y="2189150"/>
                  <a:pt x="10247866" y="2112875"/>
                  <a:pt x="10247866" y="2001254"/>
                </a:cubicBezTo>
                <a:lnTo>
                  <a:pt x="10247866" y="1138051"/>
                </a:lnTo>
                <a:close/>
                <a:moveTo>
                  <a:pt x="7549724" y="1138051"/>
                </a:moveTo>
                <a:lnTo>
                  <a:pt x="7892028" y="1938933"/>
                </a:lnTo>
                <a:lnTo>
                  <a:pt x="7892028" y="2407741"/>
                </a:lnTo>
                <a:lnTo>
                  <a:pt x="8260378" y="2407741"/>
                </a:lnTo>
                <a:lnTo>
                  <a:pt x="8260378" y="1938933"/>
                </a:lnTo>
                <a:lnTo>
                  <a:pt x="8570126" y="1138051"/>
                </a:lnTo>
                <a:lnTo>
                  <a:pt x="8423158" y="1138051"/>
                </a:lnTo>
                <a:lnTo>
                  <a:pt x="8190615" y="1750107"/>
                </a:lnTo>
                <a:lnTo>
                  <a:pt x="7932026" y="1138051"/>
                </a:lnTo>
                <a:close/>
                <a:moveTo>
                  <a:pt x="5891109" y="1138051"/>
                </a:moveTo>
                <a:lnTo>
                  <a:pt x="5891109" y="2407741"/>
                </a:lnTo>
                <a:lnTo>
                  <a:pt x="6259458" y="2407741"/>
                </a:lnTo>
                <a:lnTo>
                  <a:pt x="6259458" y="1911027"/>
                </a:lnTo>
                <a:lnTo>
                  <a:pt x="6312478" y="1851496"/>
                </a:lnTo>
                <a:lnTo>
                  <a:pt x="6610134" y="2407741"/>
                </a:lnTo>
                <a:lnTo>
                  <a:pt x="7020342" y="2407741"/>
                </a:lnTo>
                <a:lnTo>
                  <a:pt x="6552464" y="1538957"/>
                </a:lnTo>
                <a:lnTo>
                  <a:pt x="6869654" y="1138051"/>
                </a:lnTo>
                <a:lnTo>
                  <a:pt x="6696641" y="1138051"/>
                </a:lnTo>
                <a:lnTo>
                  <a:pt x="6259458" y="1703598"/>
                </a:lnTo>
                <a:lnTo>
                  <a:pt x="6259458" y="1138051"/>
                </a:lnTo>
                <a:close/>
                <a:moveTo>
                  <a:pt x="4741598" y="1138051"/>
                </a:moveTo>
                <a:lnTo>
                  <a:pt x="4741598" y="2407741"/>
                </a:lnTo>
                <a:lnTo>
                  <a:pt x="4865311" y="2407741"/>
                </a:lnTo>
                <a:lnTo>
                  <a:pt x="4865311" y="1604069"/>
                </a:lnTo>
                <a:lnTo>
                  <a:pt x="5395511" y="2407741"/>
                </a:lnTo>
                <a:lnTo>
                  <a:pt x="5677354" y="2407741"/>
                </a:lnTo>
                <a:lnTo>
                  <a:pt x="5677354" y="1138051"/>
                </a:lnTo>
                <a:lnTo>
                  <a:pt x="5553641" y="1138051"/>
                </a:lnTo>
                <a:lnTo>
                  <a:pt x="5553641" y="2005905"/>
                </a:lnTo>
                <a:lnTo>
                  <a:pt x="4975072" y="1138051"/>
                </a:lnTo>
                <a:close/>
                <a:moveTo>
                  <a:pt x="3973347" y="1138051"/>
                </a:moveTo>
                <a:lnTo>
                  <a:pt x="3597556" y="2407741"/>
                </a:lnTo>
                <a:lnTo>
                  <a:pt x="3741733" y="2407741"/>
                </a:lnTo>
                <a:lnTo>
                  <a:pt x="3822659" y="2132409"/>
                </a:lnTo>
                <a:lnTo>
                  <a:pt x="4204961" y="2132409"/>
                </a:lnTo>
                <a:lnTo>
                  <a:pt x="4280305" y="2407741"/>
                </a:lnTo>
                <a:lnTo>
                  <a:pt x="4650515" y="2407741"/>
                </a:lnTo>
                <a:lnTo>
                  <a:pt x="4297048" y="1138051"/>
                </a:lnTo>
                <a:close/>
                <a:moveTo>
                  <a:pt x="2462109" y="1138051"/>
                </a:moveTo>
                <a:lnTo>
                  <a:pt x="2462109" y="2407741"/>
                </a:lnTo>
                <a:lnTo>
                  <a:pt x="2830459" y="2407741"/>
                </a:lnTo>
                <a:lnTo>
                  <a:pt x="2830459" y="1776152"/>
                </a:lnTo>
                <a:lnTo>
                  <a:pt x="3130905" y="1776152"/>
                </a:lnTo>
                <a:lnTo>
                  <a:pt x="3130905" y="2407741"/>
                </a:lnTo>
                <a:lnTo>
                  <a:pt x="3499255" y="2407741"/>
                </a:lnTo>
                <a:lnTo>
                  <a:pt x="3499255" y="1138051"/>
                </a:lnTo>
                <a:lnTo>
                  <a:pt x="3130905" y="1138051"/>
                </a:lnTo>
                <a:lnTo>
                  <a:pt x="3130905" y="1648718"/>
                </a:lnTo>
                <a:lnTo>
                  <a:pt x="2830459" y="1648718"/>
                </a:lnTo>
                <a:lnTo>
                  <a:pt x="2830459" y="1138051"/>
                </a:lnTo>
                <a:close/>
                <a:moveTo>
                  <a:pt x="1347796" y="1138051"/>
                </a:moveTo>
                <a:lnTo>
                  <a:pt x="1347796" y="1265485"/>
                </a:lnTo>
                <a:lnTo>
                  <a:pt x="1661265" y="1265485"/>
                </a:lnTo>
                <a:lnTo>
                  <a:pt x="1661265" y="2407741"/>
                </a:lnTo>
                <a:lnTo>
                  <a:pt x="2051938" y="2407741"/>
                </a:lnTo>
                <a:lnTo>
                  <a:pt x="2051938" y="1265485"/>
                </a:lnTo>
                <a:lnTo>
                  <a:pt x="2363548" y="1265485"/>
                </a:lnTo>
                <a:lnTo>
                  <a:pt x="2363548" y="1138051"/>
                </a:lnTo>
                <a:close/>
                <a:moveTo>
                  <a:pt x="9173326" y="1115727"/>
                </a:moveTo>
                <a:cubicBezTo>
                  <a:pt x="8790094" y="1115727"/>
                  <a:pt x="8598478" y="1329668"/>
                  <a:pt x="8598478" y="1757548"/>
                </a:cubicBezTo>
                <a:cubicBezTo>
                  <a:pt x="8598478" y="2205273"/>
                  <a:pt x="8786684" y="2429135"/>
                  <a:pt x="9163094" y="2429135"/>
                </a:cubicBezTo>
                <a:cubicBezTo>
                  <a:pt x="9539506" y="2429135"/>
                  <a:pt x="9727711" y="2210234"/>
                  <a:pt x="9727711" y="1772431"/>
                </a:cubicBezTo>
                <a:cubicBezTo>
                  <a:pt x="9727711" y="1334628"/>
                  <a:pt x="9542916" y="1115727"/>
                  <a:pt x="9173326" y="1115727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alpha val="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379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09"/>
    </mc:Choice>
    <mc:Fallback xmlns="">
      <p:transition spd="slow" advTm="11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Copy catcher</Template>
  <TotalTime>2121</TotalTime>
  <Words>207</Words>
  <Application>Microsoft Office PowerPoint</Application>
  <PresentationFormat>Widescreen</PresentationFormat>
  <Paragraphs>46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Arial</vt:lpstr>
      <vt:lpstr>Arial Black</vt:lpstr>
      <vt:lpstr>Bahnschrift Condensed</vt:lpstr>
      <vt:lpstr>Bauhaus 93</vt:lpstr>
      <vt:lpstr>Britannic Bold</vt:lpstr>
      <vt:lpstr>Calibri</vt:lpstr>
      <vt:lpstr>Calibri Light</vt:lpstr>
      <vt:lpstr>Elephant</vt:lpstr>
      <vt:lpstr>Lucida Bright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Krithika K</cp:lastModifiedBy>
  <cp:revision>43</cp:revision>
  <dcterms:created xsi:type="dcterms:W3CDTF">2025-03-06T10:40:52Z</dcterms:created>
  <dcterms:modified xsi:type="dcterms:W3CDTF">2025-12-16T13:12:22Z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65401ACBB6FA4171BD1EC24568859DDB_13</vt:lpwstr>
  </property>
  <property fmtid="{D5CDD505-2E9C-101B-9397-08002B2CF9AE}" pid="3" name="KSOProductBuildVer">
    <vt:lpwstr>1033-12.2.0.19805</vt:lpwstr>
  </property>
</Properties>
</file>